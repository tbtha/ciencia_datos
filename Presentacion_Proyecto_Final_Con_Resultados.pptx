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sldIdLst>
    <p:sldId id="272" r:id="rId5"/>
    <p:sldId id="259" r:id="rId6"/>
    <p:sldId id="263" r:id="rId7"/>
    <p:sldId id="273" r:id="rId8"/>
    <p:sldId id="264" r:id="rId9"/>
    <p:sldId id="260" r:id="rId10"/>
    <p:sldId id="270" r:id="rId11"/>
    <p:sldId id="262" r:id="rId12"/>
    <p:sldId id="271" r:id="rId13"/>
    <p:sldId id="267" r:id="rId14"/>
    <p:sldId id="261" r:id="rId15"/>
  </p:sldIdLst>
  <p:sldSz cx="12192000" cy="6858000"/>
  <p:notesSz cx="6858000" cy="9144000"/>
  <p:defaultTextStyle>
    <a:defPPr>
      <a:defRPr lang="es-CL"/>
    </a:defPPr>
    <a:lvl1pPr marL="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E7CDD"/>
    <a:srgbClr val="EE7623"/>
    <a:srgbClr val="BB0034"/>
    <a:srgbClr val="9B50C0"/>
    <a:srgbClr val="F9B71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07EE9B3-826B-CA0C-7F5D-1FC50BE580AD}" v="25" dt="2024-07-09T22:27:50.30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767"/>
    <p:restoredTop sz="95616"/>
  </p:normalViewPr>
  <p:slideViewPr>
    <p:cSldViewPr snapToGrid="0">
      <p:cViewPr varScale="1">
        <p:scale>
          <a:sx n="109" d="100"/>
          <a:sy n="109" d="100"/>
        </p:scale>
        <p:origin x="200" y="4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niela Osorio C." userId="319d936b-4c97-4d05-ad2b-d02721bbec8f" providerId="ADAL" clId="{DDFC9B83-D05F-374E-A685-463796F32BB2}"/>
    <pc:docChg chg="undo custSel addSld delSld modMainMaster">
      <pc:chgData name="Daniela Osorio C." userId="319d936b-4c97-4d05-ad2b-d02721bbec8f" providerId="ADAL" clId="{DDFC9B83-D05F-374E-A685-463796F32BB2}" dt="2024-03-08T15:44:51.559" v="234" actId="2696"/>
      <pc:docMkLst>
        <pc:docMk/>
      </pc:docMkLst>
      <pc:sldChg chg="del">
        <pc:chgData name="Daniela Osorio C." userId="319d936b-4c97-4d05-ad2b-d02721bbec8f" providerId="ADAL" clId="{DDFC9B83-D05F-374E-A685-463796F32BB2}" dt="2024-03-08T15:44:51.559" v="234" actId="2696"/>
        <pc:sldMkLst>
          <pc:docMk/>
          <pc:sldMk cId="430418543" sldId="269"/>
        </pc:sldMkLst>
      </pc:sldChg>
      <pc:sldChg chg="new">
        <pc:chgData name="Daniela Osorio C." userId="319d936b-4c97-4d05-ad2b-d02721bbec8f" providerId="ADAL" clId="{DDFC9B83-D05F-374E-A685-463796F32BB2}" dt="2024-03-08T15:44:49.892" v="233" actId="680"/>
        <pc:sldMkLst>
          <pc:docMk/>
          <pc:sldMk cId="130920155" sldId="272"/>
        </pc:sldMkLst>
      </pc:sldChg>
      <pc:sldMasterChg chg="modSldLayout">
        <pc:chgData name="Daniela Osorio C." userId="319d936b-4c97-4d05-ad2b-d02721bbec8f" providerId="ADAL" clId="{DDFC9B83-D05F-374E-A685-463796F32BB2}" dt="2024-03-08T15:44:36.244" v="232"/>
        <pc:sldMasterMkLst>
          <pc:docMk/>
          <pc:sldMasterMk cId="1693028746" sldId="2147483648"/>
        </pc:sldMasterMkLst>
        <pc:sldLayoutChg chg="addSp delSp modSp mod setBg">
          <pc:chgData name="Daniela Osorio C." userId="319d936b-4c97-4d05-ad2b-d02721bbec8f" providerId="ADAL" clId="{DDFC9B83-D05F-374E-A685-463796F32BB2}" dt="2024-03-08T15:38:41.394" v="226" actId="478"/>
          <pc:sldLayoutMkLst>
            <pc:docMk/>
            <pc:sldMasterMk cId="1693028746" sldId="2147483648"/>
            <pc:sldLayoutMk cId="2606120192" sldId="2147483649"/>
          </pc:sldLayoutMkLst>
          <pc:spChg chg="mod">
            <ac:chgData name="Daniela Osorio C." userId="319d936b-4c97-4d05-ad2b-d02721bbec8f" providerId="ADAL" clId="{DDFC9B83-D05F-374E-A685-463796F32BB2}" dt="2024-03-08T15:26:31.819" v="140" actId="207"/>
            <ac:spMkLst>
              <pc:docMk/>
              <pc:sldMasterMk cId="1693028746" sldId="2147483648"/>
              <pc:sldLayoutMk cId="2606120192" sldId="2147483649"/>
              <ac:spMk id="5" creationId="{EA07B88F-3442-88EF-4332-8188DAED77CC}"/>
            </ac:spMkLst>
          </pc:spChg>
          <pc:spChg chg="mod">
            <ac:chgData name="Daniela Osorio C." userId="319d936b-4c97-4d05-ad2b-d02721bbec8f" providerId="ADAL" clId="{DDFC9B83-D05F-374E-A685-463796F32BB2}" dt="2024-03-08T15:27:55.409" v="142" actId="207"/>
            <ac:spMkLst>
              <pc:docMk/>
              <pc:sldMasterMk cId="1693028746" sldId="2147483648"/>
              <pc:sldLayoutMk cId="2606120192" sldId="2147483649"/>
              <ac:spMk id="6" creationId="{FC350248-3FB5-3C6F-8D72-BDEA02FE930A}"/>
            </ac:spMkLst>
          </pc:spChg>
          <pc:spChg chg="add mod">
            <ac:chgData name="Daniela Osorio C." userId="319d936b-4c97-4d05-ad2b-d02721bbec8f" providerId="ADAL" clId="{DDFC9B83-D05F-374E-A685-463796F32BB2}" dt="2024-03-08T15:32:45.705" v="177" actId="14100"/>
            <ac:spMkLst>
              <pc:docMk/>
              <pc:sldMasterMk cId="1693028746" sldId="2147483648"/>
              <pc:sldLayoutMk cId="2606120192" sldId="2147483649"/>
              <ac:spMk id="12" creationId="{3F9325FC-E030-BCB8-203E-374A8BE898B6}"/>
            </ac:spMkLst>
          </pc:spChg>
          <pc:picChg chg="add del mod">
            <ac:chgData name="Daniela Osorio C." userId="319d936b-4c97-4d05-ad2b-d02721bbec8f" providerId="ADAL" clId="{DDFC9B83-D05F-374E-A685-463796F32BB2}" dt="2024-03-08T15:25:50.399" v="36" actId="21"/>
            <ac:picMkLst>
              <pc:docMk/>
              <pc:sldMasterMk cId="1693028746" sldId="2147483648"/>
              <pc:sldLayoutMk cId="2606120192" sldId="2147483649"/>
              <ac:picMk id="2" creationId="{51C2BC53-2D68-3B41-44FD-88E6C6E0C692}"/>
            </ac:picMkLst>
          </pc:picChg>
          <pc:picChg chg="add mod">
            <ac:chgData name="Daniela Osorio C." userId="319d936b-4c97-4d05-ad2b-d02721bbec8f" providerId="ADAL" clId="{DDFC9B83-D05F-374E-A685-463796F32BB2}" dt="2024-03-08T15:25:55.172" v="38"/>
            <ac:picMkLst>
              <pc:docMk/>
              <pc:sldMasterMk cId="1693028746" sldId="2147483648"/>
              <pc:sldLayoutMk cId="2606120192" sldId="2147483649"/>
              <ac:picMk id="3" creationId="{3B18511A-ACD9-5BA5-0820-A79B8929F03F}"/>
            </ac:picMkLst>
          </pc:picChg>
          <pc:picChg chg="add del mod">
            <ac:chgData name="Daniela Osorio C." userId="319d936b-4c97-4d05-ad2b-d02721bbec8f" providerId="ADAL" clId="{DDFC9B83-D05F-374E-A685-463796F32BB2}" dt="2024-03-08T15:29:12.982" v="146" actId="478"/>
            <ac:picMkLst>
              <pc:docMk/>
              <pc:sldMasterMk cId="1693028746" sldId="2147483648"/>
              <pc:sldLayoutMk cId="2606120192" sldId="2147483649"/>
              <ac:picMk id="4" creationId="{E65E1B84-E0F7-636F-FAD5-94B59882B362}"/>
            </ac:picMkLst>
          </pc:picChg>
          <pc:picChg chg="del">
            <ac:chgData name="Daniela Osorio C." userId="319d936b-4c97-4d05-ad2b-d02721bbec8f" providerId="ADAL" clId="{DDFC9B83-D05F-374E-A685-463796F32BB2}" dt="2024-03-08T15:25:51.976" v="37" actId="478"/>
            <ac:picMkLst>
              <pc:docMk/>
              <pc:sldMasterMk cId="1693028746" sldId="2147483648"/>
              <pc:sldLayoutMk cId="2606120192" sldId="2147483649"/>
              <ac:picMk id="8" creationId="{8B1A2DB8-9B24-4654-F33A-1376883E1479}"/>
            </ac:picMkLst>
          </pc:picChg>
          <pc:picChg chg="add del mod">
            <ac:chgData name="Daniela Osorio C." userId="319d936b-4c97-4d05-ad2b-d02721bbec8f" providerId="ADAL" clId="{DDFC9B83-D05F-374E-A685-463796F32BB2}" dt="2024-03-08T15:29:26.685" v="150" actId="478"/>
            <ac:picMkLst>
              <pc:docMk/>
              <pc:sldMasterMk cId="1693028746" sldId="2147483648"/>
              <pc:sldLayoutMk cId="2606120192" sldId="2147483649"/>
              <ac:picMk id="9" creationId="{F1F197EB-CF20-ED64-9D08-3FCA900C948C}"/>
            </ac:picMkLst>
          </pc:picChg>
          <pc:picChg chg="add del mod">
            <ac:chgData name="Daniela Osorio C." userId="319d936b-4c97-4d05-ad2b-d02721bbec8f" providerId="ADAL" clId="{DDFC9B83-D05F-374E-A685-463796F32BB2}" dt="2024-03-08T15:38:41.394" v="226" actId="478"/>
            <ac:picMkLst>
              <pc:docMk/>
              <pc:sldMasterMk cId="1693028746" sldId="2147483648"/>
              <pc:sldLayoutMk cId="2606120192" sldId="2147483649"/>
              <ac:picMk id="10" creationId="{17B06BE0-5D65-66AE-8665-6D98AE00C690}"/>
            </ac:picMkLst>
          </pc:picChg>
        </pc:sldLayoutChg>
        <pc:sldLayoutChg chg="addSp delSp modSp mod">
          <pc:chgData name="Daniela Osorio C." userId="319d936b-4c97-4d05-ad2b-d02721bbec8f" providerId="ADAL" clId="{DDFC9B83-D05F-374E-A685-463796F32BB2}" dt="2024-03-08T15:31:00.915" v="164" actId="207"/>
          <pc:sldLayoutMkLst>
            <pc:docMk/>
            <pc:sldMasterMk cId="1693028746" sldId="2147483648"/>
            <pc:sldLayoutMk cId="4245125461" sldId="2147483650"/>
          </pc:sldLayoutMkLst>
          <pc:spChg chg="mod">
            <ac:chgData name="Daniela Osorio C." userId="319d936b-4c97-4d05-ad2b-d02721bbec8f" providerId="ADAL" clId="{DDFC9B83-D05F-374E-A685-463796F32BB2}" dt="2024-03-08T15:24:08.979" v="11" actId="207"/>
            <ac:spMkLst>
              <pc:docMk/>
              <pc:sldMasterMk cId="1693028746" sldId="2147483648"/>
              <pc:sldLayoutMk cId="4245125461" sldId="2147483650"/>
              <ac:spMk id="8" creationId="{D4BF3825-8CDE-15D1-473C-F04253CD9789}"/>
            </ac:spMkLst>
          </pc:spChg>
          <pc:spChg chg="mod">
            <ac:chgData name="Daniela Osorio C." userId="319d936b-4c97-4d05-ad2b-d02721bbec8f" providerId="ADAL" clId="{DDFC9B83-D05F-374E-A685-463796F32BB2}" dt="2024-03-08T15:31:00.915" v="164" actId="207"/>
            <ac:spMkLst>
              <pc:docMk/>
              <pc:sldMasterMk cId="1693028746" sldId="2147483648"/>
              <pc:sldLayoutMk cId="4245125461" sldId="2147483650"/>
              <ac:spMk id="9" creationId="{371A0572-EF4B-CA79-4539-AA0A2E4CD964}"/>
            </ac:spMkLst>
          </pc:spChg>
          <pc:picChg chg="add mod">
            <ac:chgData name="Daniela Osorio C." userId="319d936b-4c97-4d05-ad2b-d02721bbec8f" providerId="ADAL" clId="{DDFC9B83-D05F-374E-A685-463796F32BB2}" dt="2024-03-08T15:30:47.216" v="161" actId="1076"/>
            <ac:picMkLst>
              <pc:docMk/>
              <pc:sldMasterMk cId="1693028746" sldId="2147483648"/>
              <pc:sldLayoutMk cId="4245125461" sldId="2147483650"/>
              <ac:picMk id="2" creationId="{DEA467AA-B426-6E6D-D124-E46F0B3F61A9}"/>
            </ac:picMkLst>
          </pc:picChg>
          <pc:picChg chg="del">
            <ac:chgData name="Daniela Osorio C." userId="319d936b-4c97-4d05-ad2b-d02721bbec8f" providerId="ADAL" clId="{DDFC9B83-D05F-374E-A685-463796F32BB2}" dt="2024-03-08T15:30:48.994" v="162" actId="478"/>
            <ac:picMkLst>
              <pc:docMk/>
              <pc:sldMasterMk cId="1693028746" sldId="2147483648"/>
              <pc:sldLayoutMk cId="4245125461" sldId="2147483650"/>
              <ac:picMk id="15" creationId="{EB831521-26FB-EE5C-4997-C7C663FA03CA}"/>
            </ac:picMkLst>
          </pc:picChg>
        </pc:sldLayoutChg>
        <pc:sldLayoutChg chg="addSp delSp modSp mod">
          <pc:chgData name="Daniela Osorio C." userId="319d936b-4c97-4d05-ad2b-d02721bbec8f" providerId="ADAL" clId="{DDFC9B83-D05F-374E-A685-463796F32BB2}" dt="2024-03-08T15:33:54.996" v="193" actId="12789"/>
          <pc:sldLayoutMkLst>
            <pc:docMk/>
            <pc:sldMasterMk cId="1693028746" sldId="2147483648"/>
            <pc:sldLayoutMk cId="3652869427" sldId="2147483651"/>
          </pc:sldLayoutMkLst>
          <pc:spChg chg="mod">
            <ac:chgData name="Daniela Osorio C." userId="319d936b-4c97-4d05-ad2b-d02721bbec8f" providerId="ADAL" clId="{DDFC9B83-D05F-374E-A685-463796F32BB2}" dt="2024-03-08T15:23:52.750" v="8" actId="207"/>
            <ac:spMkLst>
              <pc:docMk/>
              <pc:sldMasterMk cId="1693028746" sldId="2147483648"/>
              <pc:sldLayoutMk cId="3652869427" sldId="2147483651"/>
              <ac:spMk id="3" creationId="{989D0323-C2ED-C0E8-73FE-BEAB8CFEAEB8}"/>
            </ac:spMkLst>
          </pc:spChg>
          <pc:spChg chg="mod">
            <ac:chgData name="Daniela Osorio C." userId="319d936b-4c97-4d05-ad2b-d02721bbec8f" providerId="ADAL" clId="{DDFC9B83-D05F-374E-A685-463796F32BB2}" dt="2024-03-08T15:31:07.260" v="166"/>
            <ac:spMkLst>
              <pc:docMk/>
              <pc:sldMasterMk cId="1693028746" sldId="2147483648"/>
              <pc:sldLayoutMk cId="3652869427" sldId="2147483651"/>
              <ac:spMk id="7" creationId="{214DF2C4-F04D-3C80-781C-59FD036C679C}"/>
            </ac:spMkLst>
          </pc:spChg>
          <pc:spChg chg="mod">
            <ac:chgData name="Daniela Osorio C." userId="319d936b-4c97-4d05-ad2b-d02721bbec8f" providerId="ADAL" clId="{DDFC9B83-D05F-374E-A685-463796F32BB2}" dt="2024-03-08T15:31:07.260" v="166"/>
            <ac:spMkLst>
              <pc:docMk/>
              <pc:sldMasterMk cId="1693028746" sldId="2147483648"/>
              <pc:sldLayoutMk cId="3652869427" sldId="2147483651"/>
              <ac:spMk id="8" creationId="{6664B434-EC06-B2A1-112A-CFBBD91843D1}"/>
            </ac:spMkLst>
          </pc:spChg>
          <pc:spChg chg="mod">
            <ac:chgData name="Daniela Osorio C." userId="319d936b-4c97-4d05-ad2b-d02721bbec8f" providerId="ADAL" clId="{DDFC9B83-D05F-374E-A685-463796F32BB2}" dt="2024-03-08T15:31:15.668" v="169" actId="207"/>
            <ac:spMkLst>
              <pc:docMk/>
              <pc:sldMasterMk cId="1693028746" sldId="2147483648"/>
              <pc:sldLayoutMk cId="3652869427" sldId="2147483651"/>
              <ac:spMk id="15" creationId="{F57429FB-BAB3-46DE-9370-D3C110C6572A}"/>
            </ac:spMkLst>
          </pc:spChg>
          <pc:spChg chg="mod">
            <ac:chgData name="Daniela Osorio C." userId="319d936b-4c97-4d05-ad2b-d02721bbec8f" providerId="ADAL" clId="{DDFC9B83-D05F-374E-A685-463796F32BB2}" dt="2024-03-08T15:31:18.190" v="170" actId="207"/>
            <ac:spMkLst>
              <pc:docMk/>
              <pc:sldMasterMk cId="1693028746" sldId="2147483648"/>
              <pc:sldLayoutMk cId="3652869427" sldId="2147483651"/>
              <ac:spMk id="16" creationId="{4F8D0BB2-7009-A53E-830B-0224847CA34E}"/>
            </ac:spMkLst>
          </pc:spChg>
          <pc:spChg chg="mod">
            <ac:chgData name="Daniela Osorio C." userId="319d936b-4c97-4d05-ad2b-d02721bbec8f" providerId="ADAL" clId="{DDFC9B83-D05F-374E-A685-463796F32BB2}" dt="2024-03-08T15:31:07.260" v="166"/>
            <ac:spMkLst>
              <pc:docMk/>
              <pc:sldMasterMk cId="1693028746" sldId="2147483648"/>
              <pc:sldLayoutMk cId="3652869427" sldId="2147483651"/>
              <ac:spMk id="18" creationId="{E08B512B-19D5-31EE-38BB-ECE0FD6B8C78}"/>
            </ac:spMkLst>
          </pc:spChg>
          <pc:grpChg chg="add mod">
            <ac:chgData name="Daniela Osorio C." userId="319d936b-4c97-4d05-ad2b-d02721bbec8f" providerId="ADAL" clId="{DDFC9B83-D05F-374E-A685-463796F32BB2}" dt="2024-03-08T15:31:07.260" v="166"/>
            <ac:grpSpMkLst>
              <pc:docMk/>
              <pc:sldMasterMk cId="1693028746" sldId="2147483648"/>
              <pc:sldLayoutMk cId="3652869427" sldId="2147483651"/>
              <ac:grpSpMk id="6" creationId="{30600BA2-FE25-D617-556A-284E126C4526}"/>
            </ac:grpSpMkLst>
          </pc:grpChg>
          <pc:grpChg chg="del">
            <ac:chgData name="Daniela Osorio C." userId="319d936b-4c97-4d05-ad2b-d02721bbec8f" providerId="ADAL" clId="{DDFC9B83-D05F-374E-A685-463796F32BB2}" dt="2024-03-08T15:31:06.466" v="165" actId="478"/>
            <ac:grpSpMkLst>
              <pc:docMk/>
              <pc:sldMasterMk cId="1693028746" sldId="2147483648"/>
              <pc:sldLayoutMk cId="3652869427" sldId="2147483651"/>
              <ac:grpSpMk id="14" creationId="{DBF54666-A2EC-90FE-7052-73357A52AE9A}"/>
            </ac:grpSpMkLst>
          </pc:grpChg>
          <pc:grpChg chg="mod">
            <ac:chgData name="Daniela Osorio C." userId="319d936b-4c97-4d05-ad2b-d02721bbec8f" providerId="ADAL" clId="{DDFC9B83-D05F-374E-A685-463796F32BB2}" dt="2024-03-08T15:31:07.260" v="166"/>
            <ac:grpSpMkLst>
              <pc:docMk/>
              <pc:sldMasterMk cId="1693028746" sldId="2147483648"/>
              <pc:sldLayoutMk cId="3652869427" sldId="2147483651"/>
              <ac:grpSpMk id="17" creationId="{78BE0504-3454-CB76-4D2B-96730BFC194F}"/>
            </ac:grpSpMkLst>
          </pc:grpChg>
          <pc:picChg chg="del">
            <ac:chgData name="Daniela Osorio C." userId="319d936b-4c97-4d05-ad2b-d02721bbec8f" providerId="ADAL" clId="{DDFC9B83-D05F-374E-A685-463796F32BB2}" dt="2024-03-08T15:33:48.022" v="191" actId="478"/>
            <ac:picMkLst>
              <pc:docMk/>
              <pc:sldMasterMk cId="1693028746" sldId="2147483648"/>
              <pc:sldLayoutMk cId="3652869427" sldId="2147483651"/>
              <ac:picMk id="5" creationId="{5AEBF32B-13C4-1B20-1320-414CC3B557AC}"/>
            </ac:picMkLst>
          </pc:picChg>
          <pc:picChg chg="mod">
            <ac:chgData name="Daniela Osorio C." userId="319d936b-4c97-4d05-ad2b-d02721bbec8f" providerId="ADAL" clId="{DDFC9B83-D05F-374E-A685-463796F32BB2}" dt="2024-03-08T15:31:07.260" v="166"/>
            <ac:picMkLst>
              <pc:docMk/>
              <pc:sldMasterMk cId="1693028746" sldId="2147483648"/>
              <pc:sldLayoutMk cId="3652869427" sldId="2147483651"/>
              <ac:picMk id="19" creationId="{2816031D-2FBD-6D3D-C3AA-EDAC01B1B7B3}"/>
            </ac:picMkLst>
          </pc:picChg>
          <pc:picChg chg="add del mod">
            <ac:chgData name="Daniela Osorio C." userId="319d936b-4c97-4d05-ad2b-d02721bbec8f" providerId="ADAL" clId="{DDFC9B83-D05F-374E-A685-463796F32BB2}" dt="2024-03-08T15:33:47.041" v="190" actId="21"/>
            <ac:picMkLst>
              <pc:docMk/>
              <pc:sldMasterMk cId="1693028746" sldId="2147483648"/>
              <pc:sldLayoutMk cId="3652869427" sldId="2147483651"/>
              <ac:picMk id="20" creationId="{27B90405-F1D3-597B-24BB-61EC9ADB08A9}"/>
            </ac:picMkLst>
          </pc:picChg>
          <pc:picChg chg="add mod">
            <ac:chgData name="Daniela Osorio C." userId="319d936b-4c97-4d05-ad2b-d02721bbec8f" providerId="ADAL" clId="{DDFC9B83-D05F-374E-A685-463796F32BB2}" dt="2024-03-08T15:33:54.996" v="193" actId="12789"/>
            <ac:picMkLst>
              <pc:docMk/>
              <pc:sldMasterMk cId="1693028746" sldId="2147483648"/>
              <pc:sldLayoutMk cId="3652869427" sldId="2147483651"/>
              <ac:picMk id="21" creationId="{0B69FBCA-2DDE-9868-06E1-CB4510FB1E1C}"/>
            </ac:picMkLst>
          </pc:picChg>
        </pc:sldLayoutChg>
        <pc:sldLayoutChg chg="addSp delSp modSp mod">
          <pc:chgData name="Daniela Osorio C." userId="319d936b-4c97-4d05-ad2b-d02721bbec8f" providerId="ADAL" clId="{DDFC9B83-D05F-374E-A685-463796F32BB2}" dt="2024-03-08T15:34:13.993" v="223" actId="1037"/>
          <pc:sldLayoutMkLst>
            <pc:docMk/>
            <pc:sldMasterMk cId="1693028746" sldId="2147483648"/>
            <pc:sldLayoutMk cId="1232603797" sldId="2147483653"/>
          </pc:sldLayoutMkLst>
          <pc:spChg chg="add del">
            <ac:chgData name="Daniela Osorio C." userId="319d936b-4c97-4d05-ad2b-d02721bbec8f" providerId="ADAL" clId="{DDFC9B83-D05F-374E-A685-463796F32BB2}" dt="2024-03-08T15:34:07.247" v="197" actId="478"/>
            <ac:spMkLst>
              <pc:docMk/>
              <pc:sldMasterMk cId="1693028746" sldId="2147483648"/>
              <pc:sldLayoutMk cId="1232603797" sldId="2147483653"/>
              <ac:spMk id="2" creationId="{C97BCC7D-6F08-8B7A-0AE6-494B19B085FA}"/>
            </ac:spMkLst>
          </pc:spChg>
          <pc:spChg chg="mod">
            <ac:chgData name="Daniela Osorio C." userId="319d936b-4c97-4d05-ad2b-d02721bbec8f" providerId="ADAL" clId="{DDFC9B83-D05F-374E-A685-463796F32BB2}" dt="2024-03-08T15:31:10.764" v="168"/>
            <ac:spMkLst>
              <pc:docMk/>
              <pc:sldMasterMk cId="1693028746" sldId="2147483648"/>
              <pc:sldLayoutMk cId="1232603797" sldId="2147483653"/>
              <ac:spMk id="4" creationId="{F0FF35D2-A2FC-35AC-0158-8D26446D5854}"/>
            </ac:spMkLst>
          </pc:spChg>
          <pc:spChg chg="mod">
            <ac:chgData name="Daniela Osorio C." userId="319d936b-4c97-4d05-ad2b-d02721bbec8f" providerId="ADAL" clId="{DDFC9B83-D05F-374E-A685-463796F32BB2}" dt="2024-03-08T15:24:04.735" v="10" actId="207"/>
            <ac:spMkLst>
              <pc:docMk/>
              <pc:sldMasterMk cId="1693028746" sldId="2147483648"/>
              <pc:sldLayoutMk cId="1232603797" sldId="2147483653"/>
              <ac:spMk id="6" creationId="{7CFD1A2D-962B-1B2F-8EFE-116133732487}"/>
            </ac:spMkLst>
          </pc:spChg>
          <pc:spChg chg="mod">
            <ac:chgData name="Daniela Osorio C." userId="319d936b-4c97-4d05-ad2b-d02721bbec8f" providerId="ADAL" clId="{DDFC9B83-D05F-374E-A685-463796F32BB2}" dt="2024-03-08T15:31:10.764" v="168"/>
            <ac:spMkLst>
              <pc:docMk/>
              <pc:sldMasterMk cId="1693028746" sldId="2147483648"/>
              <pc:sldLayoutMk cId="1232603797" sldId="2147483653"/>
              <ac:spMk id="15" creationId="{D52EE463-507D-0E89-A698-37B26D93221E}"/>
            </ac:spMkLst>
          </pc:spChg>
          <pc:spChg chg="mod">
            <ac:chgData name="Daniela Osorio C." userId="319d936b-4c97-4d05-ad2b-d02721bbec8f" providerId="ADAL" clId="{DDFC9B83-D05F-374E-A685-463796F32BB2}" dt="2024-03-08T15:23:58.482" v="9" actId="207"/>
            <ac:spMkLst>
              <pc:docMk/>
              <pc:sldMasterMk cId="1693028746" sldId="2147483648"/>
              <pc:sldLayoutMk cId="1232603797" sldId="2147483653"/>
              <ac:spMk id="17" creationId="{C0D8A9F2-7C34-CC0C-4A65-766C6591434E}"/>
            </ac:spMkLst>
          </pc:spChg>
          <pc:spChg chg="mod">
            <ac:chgData name="Daniela Osorio C." userId="319d936b-4c97-4d05-ad2b-d02721bbec8f" providerId="ADAL" clId="{DDFC9B83-D05F-374E-A685-463796F32BB2}" dt="2024-03-08T15:31:10.764" v="168"/>
            <ac:spMkLst>
              <pc:docMk/>
              <pc:sldMasterMk cId="1693028746" sldId="2147483648"/>
              <pc:sldLayoutMk cId="1232603797" sldId="2147483653"/>
              <ac:spMk id="18" creationId="{21FEE031-C875-38D1-5382-9E6E11778AA5}"/>
            </ac:spMkLst>
          </pc:spChg>
          <pc:grpChg chg="add mod">
            <ac:chgData name="Daniela Osorio C." userId="319d936b-4c97-4d05-ad2b-d02721bbec8f" providerId="ADAL" clId="{DDFC9B83-D05F-374E-A685-463796F32BB2}" dt="2024-03-08T15:31:10.764" v="168"/>
            <ac:grpSpMkLst>
              <pc:docMk/>
              <pc:sldMasterMk cId="1693028746" sldId="2147483648"/>
              <pc:sldLayoutMk cId="1232603797" sldId="2147483653"/>
              <ac:grpSpMk id="3" creationId="{427846E3-6C01-4C3F-2624-7CD8517C9846}"/>
            </ac:grpSpMkLst>
          </pc:grpChg>
          <pc:grpChg chg="del">
            <ac:chgData name="Daniela Osorio C." userId="319d936b-4c97-4d05-ad2b-d02721bbec8f" providerId="ADAL" clId="{DDFC9B83-D05F-374E-A685-463796F32BB2}" dt="2024-03-08T15:31:09.987" v="167" actId="478"/>
            <ac:grpSpMkLst>
              <pc:docMk/>
              <pc:sldMasterMk cId="1693028746" sldId="2147483648"/>
              <pc:sldLayoutMk cId="1232603797" sldId="2147483653"/>
              <ac:grpSpMk id="14" creationId="{DBF54666-A2EC-90FE-7052-73357A52AE9A}"/>
            </ac:grpSpMkLst>
          </pc:grpChg>
          <pc:grpChg chg="mod">
            <ac:chgData name="Daniela Osorio C." userId="319d936b-4c97-4d05-ad2b-d02721bbec8f" providerId="ADAL" clId="{DDFC9B83-D05F-374E-A685-463796F32BB2}" dt="2024-03-08T15:31:10.764" v="168"/>
            <ac:grpSpMkLst>
              <pc:docMk/>
              <pc:sldMasterMk cId="1693028746" sldId="2147483648"/>
              <pc:sldLayoutMk cId="1232603797" sldId="2147483653"/>
              <ac:grpSpMk id="16" creationId="{6C83F359-2517-926A-B7D0-D64B0F83FC19}"/>
            </ac:grpSpMkLst>
          </pc:grpChg>
          <pc:picChg chg="del">
            <ac:chgData name="Daniela Osorio C." userId="319d936b-4c97-4d05-ad2b-d02721bbec8f" providerId="ADAL" clId="{DDFC9B83-D05F-374E-A685-463796F32BB2}" dt="2024-03-08T15:34:08.779" v="198" actId="478"/>
            <ac:picMkLst>
              <pc:docMk/>
              <pc:sldMasterMk cId="1693028746" sldId="2147483648"/>
              <pc:sldLayoutMk cId="1232603797" sldId="2147483653"/>
              <ac:picMk id="5" creationId="{5AEBF32B-13C4-1B20-1320-414CC3B557AC}"/>
            </ac:picMkLst>
          </pc:picChg>
          <pc:picChg chg="mod">
            <ac:chgData name="Daniela Osorio C." userId="319d936b-4c97-4d05-ad2b-d02721bbec8f" providerId="ADAL" clId="{DDFC9B83-D05F-374E-A685-463796F32BB2}" dt="2024-03-08T15:31:10.764" v="168"/>
            <ac:picMkLst>
              <pc:docMk/>
              <pc:sldMasterMk cId="1693028746" sldId="2147483648"/>
              <pc:sldLayoutMk cId="1232603797" sldId="2147483653"/>
              <ac:picMk id="19" creationId="{08F0296E-9087-FDE0-9CBF-6E89FE8D4121}"/>
            </ac:picMkLst>
          </pc:picChg>
          <pc:picChg chg="add mod">
            <ac:chgData name="Daniela Osorio C." userId="319d936b-4c97-4d05-ad2b-d02721bbec8f" providerId="ADAL" clId="{DDFC9B83-D05F-374E-A685-463796F32BB2}" dt="2024-03-08T15:34:13.993" v="223" actId="1037"/>
            <ac:picMkLst>
              <pc:docMk/>
              <pc:sldMasterMk cId="1693028746" sldId="2147483648"/>
              <pc:sldLayoutMk cId="1232603797" sldId="2147483653"/>
              <ac:picMk id="20" creationId="{CBAE267F-1329-438D-F8CA-EC5B36496E4E}"/>
            </ac:picMkLst>
          </pc:picChg>
        </pc:sldLayoutChg>
        <pc:sldLayoutChg chg="modSp mod setBg">
          <pc:chgData name="Daniela Osorio C." userId="319d936b-4c97-4d05-ad2b-d02721bbec8f" providerId="ADAL" clId="{DDFC9B83-D05F-374E-A685-463796F32BB2}" dt="2024-03-08T15:38:15.264" v="225"/>
          <pc:sldLayoutMkLst>
            <pc:docMk/>
            <pc:sldMasterMk cId="1693028746" sldId="2147483648"/>
            <pc:sldLayoutMk cId="3557603587" sldId="2147483654"/>
          </pc:sldLayoutMkLst>
          <pc:spChg chg="mod">
            <ac:chgData name="Daniela Osorio C." userId="319d936b-4c97-4d05-ad2b-d02721bbec8f" providerId="ADAL" clId="{DDFC9B83-D05F-374E-A685-463796F32BB2}" dt="2024-03-08T15:23:36.480" v="4" actId="207"/>
            <ac:spMkLst>
              <pc:docMk/>
              <pc:sldMasterMk cId="1693028746" sldId="2147483648"/>
              <pc:sldLayoutMk cId="3557603587" sldId="2147483654"/>
              <ac:spMk id="7" creationId="{40797CDF-FB5B-73C1-E558-E89BA99B7029}"/>
            </ac:spMkLst>
          </pc:spChg>
          <pc:spChg chg="mod">
            <ac:chgData name="Daniela Osorio C." userId="319d936b-4c97-4d05-ad2b-d02721bbec8f" providerId="ADAL" clId="{DDFC9B83-D05F-374E-A685-463796F32BB2}" dt="2024-03-08T15:31:51.950" v="174" actId="207"/>
            <ac:spMkLst>
              <pc:docMk/>
              <pc:sldMasterMk cId="1693028746" sldId="2147483648"/>
              <pc:sldLayoutMk cId="3557603587" sldId="2147483654"/>
              <ac:spMk id="12" creationId="{EF32CCDA-7D4E-CFAF-567E-53011A66186E}"/>
            </ac:spMkLst>
          </pc:spChg>
        </pc:sldLayoutChg>
        <pc:sldLayoutChg chg="modSp mod setBg">
          <pc:chgData name="Daniela Osorio C." userId="319d936b-4c97-4d05-ad2b-d02721bbec8f" providerId="ADAL" clId="{DDFC9B83-D05F-374E-A685-463796F32BB2}" dt="2024-03-08T15:44:36.244" v="232"/>
          <pc:sldLayoutMkLst>
            <pc:docMk/>
            <pc:sldMasterMk cId="1693028746" sldId="2147483648"/>
            <pc:sldLayoutMk cId="787768259" sldId="2147483655"/>
          </pc:sldLayoutMkLst>
          <pc:spChg chg="mod">
            <ac:chgData name="Daniela Osorio C." userId="319d936b-4c97-4d05-ad2b-d02721bbec8f" providerId="ADAL" clId="{DDFC9B83-D05F-374E-A685-463796F32BB2}" dt="2024-03-08T15:23:49.204" v="7" actId="207"/>
            <ac:spMkLst>
              <pc:docMk/>
              <pc:sldMasterMk cId="1693028746" sldId="2147483648"/>
              <pc:sldLayoutMk cId="787768259" sldId="2147483655"/>
              <ac:spMk id="7" creationId="{40797CDF-FB5B-73C1-E558-E89BA99B7029}"/>
            </ac:spMkLst>
          </pc:spChg>
          <pc:spChg chg="mod">
            <ac:chgData name="Daniela Osorio C." userId="319d936b-4c97-4d05-ad2b-d02721bbec8f" providerId="ADAL" clId="{DDFC9B83-D05F-374E-A685-463796F32BB2}" dt="2024-03-08T15:31:48.066" v="173" actId="207"/>
            <ac:spMkLst>
              <pc:docMk/>
              <pc:sldMasterMk cId="1693028746" sldId="2147483648"/>
              <pc:sldLayoutMk cId="787768259" sldId="2147483655"/>
              <ac:spMk id="12" creationId="{EF32CCDA-7D4E-CFAF-567E-53011A66186E}"/>
            </ac:spMkLst>
          </pc:spChg>
        </pc:sldLayoutChg>
        <pc:sldLayoutChg chg="modSp mod setBg">
          <pc:chgData name="Daniela Osorio C." userId="319d936b-4c97-4d05-ad2b-d02721bbec8f" providerId="ADAL" clId="{DDFC9B83-D05F-374E-A685-463796F32BB2}" dt="2024-03-08T15:40:57.969" v="228"/>
          <pc:sldLayoutMkLst>
            <pc:docMk/>
            <pc:sldMasterMk cId="1693028746" sldId="2147483648"/>
            <pc:sldLayoutMk cId="2395459408" sldId="2147483656"/>
          </pc:sldLayoutMkLst>
          <pc:spChg chg="mod">
            <ac:chgData name="Daniela Osorio C." userId="319d936b-4c97-4d05-ad2b-d02721bbec8f" providerId="ADAL" clId="{DDFC9B83-D05F-374E-A685-463796F32BB2}" dt="2024-03-08T15:23:43.961" v="5" actId="207"/>
            <ac:spMkLst>
              <pc:docMk/>
              <pc:sldMasterMk cId="1693028746" sldId="2147483648"/>
              <pc:sldLayoutMk cId="2395459408" sldId="2147483656"/>
              <ac:spMk id="7" creationId="{40797CDF-FB5B-73C1-E558-E89BA99B7029}"/>
            </ac:spMkLst>
          </pc:spChg>
          <pc:spChg chg="mod">
            <ac:chgData name="Daniela Osorio C." userId="319d936b-4c97-4d05-ad2b-d02721bbec8f" providerId="ADAL" clId="{DDFC9B83-D05F-374E-A685-463796F32BB2}" dt="2024-03-08T15:31:37.512" v="171" actId="207"/>
            <ac:spMkLst>
              <pc:docMk/>
              <pc:sldMasterMk cId="1693028746" sldId="2147483648"/>
              <pc:sldLayoutMk cId="2395459408" sldId="2147483656"/>
              <ac:spMk id="12" creationId="{EF32CCDA-7D4E-CFAF-567E-53011A66186E}"/>
            </ac:spMkLst>
          </pc:spChg>
        </pc:sldLayoutChg>
        <pc:sldLayoutChg chg="modSp mod setBg">
          <pc:chgData name="Daniela Osorio C." userId="319d936b-4c97-4d05-ad2b-d02721bbec8f" providerId="ADAL" clId="{DDFC9B83-D05F-374E-A685-463796F32BB2}" dt="2024-03-08T15:42:33.373" v="230"/>
          <pc:sldLayoutMkLst>
            <pc:docMk/>
            <pc:sldMasterMk cId="1693028746" sldId="2147483648"/>
            <pc:sldLayoutMk cId="1558819832" sldId="2147483657"/>
          </pc:sldLayoutMkLst>
          <pc:spChg chg="mod">
            <ac:chgData name="Daniela Osorio C." userId="319d936b-4c97-4d05-ad2b-d02721bbec8f" providerId="ADAL" clId="{DDFC9B83-D05F-374E-A685-463796F32BB2}" dt="2024-03-08T15:23:46.707" v="6" actId="207"/>
            <ac:spMkLst>
              <pc:docMk/>
              <pc:sldMasterMk cId="1693028746" sldId="2147483648"/>
              <pc:sldLayoutMk cId="1558819832" sldId="2147483657"/>
              <ac:spMk id="7" creationId="{40797CDF-FB5B-73C1-E558-E89BA99B7029}"/>
            </ac:spMkLst>
          </pc:spChg>
          <pc:spChg chg="mod">
            <ac:chgData name="Daniela Osorio C." userId="319d936b-4c97-4d05-ad2b-d02721bbec8f" providerId="ADAL" clId="{DDFC9B83-D05F-374E-A685-463796F32BB2}" dt="2024-03-08T15:31:44.700" v="172" actId="207"/>
            <ac:spMkLst>
              <pc:docMk/>
              <pc:sldMasterMk cId="1693028746" sldId="2147483648"/>
              <pc:sldLayoutMk cId="1558819832" sldId="2147483657"/>
              <ac:spMk id="12" creationId="{EF32CCDA-7D4E-CFAF-567E-53011A66186E}"/>
            </ac:spMkLst>
          </pc:spChg>
        </pc:sldLayoutChg>
      </pc:sldMasterChg>
    </pc:docChg>
  </pc:docChgLst>
  <pc:docChgLst>
    <pc:chgData name="Victoria Acevedo D" userId="S::vacevedod@duoc.cl::01935638-6af6-49f9-8b60-071256435a17" providerId="AD" clId="Web-{807EE9B3-826B-CA0C-7F5D-1FC50BE580AD}"/>
    <pc:docChg chg="modSld">
      <pc:chgData name="Victoria Acevedo D" userId="S::vacevedod@duoc.cl::01935638-6af6-49f9-8b60-071256435a17" providerId="AD" clId="Web-{807EE9B3-826B-CA0C-7F5D-1FC50BE580AD}" dt="2024-07-09T22:27:50.302" v="22" actId="20577"/>
      <pc:docMkLst>
        <pc:docMk/>
      </pc:docMkLst>
      <pc:sldChg chg="modSp">
        <pc:chgData name="Victoria Acevedo D" userId="S::vacevedod@duoc.cl::01935638-6af6-49f9-8b60-071256435a17" providerId="AD" clId="Web-{807EE9B3-826B-CA0C-7F5D-1FC50BE580AD}" dt="2024-07-09T22:27:50.302" v="22" actId="20577"/>
        <pc:sldMkLst>
          <pc:docMk/>
          <pc:sldMk cId="317106787" sldId="259"/>
        </pc:sldMkLst>
        <pc:spChg chg="mod">
          <ac:chgData name="Victoria Acevedo D" userId="S::vacevedod@duoc.cl::01935638-6af6-49f9-8b60-071256435a17" providerId="AD" clId="Web-{807EE9B3-826B-CA0C-7F5D-1FC50BE580AD}" dt="2024-07-09T22:27:18.363" v="9" actId="20577"/>
          <ac:spMkLst>
            <pc:docMk/>
            <pc:sldMk cId="317106787" sldId="259"/>
            <ac:spMk id="2" creationId="{5B68A13F-7B0B-4B42-0E11-B6970DE6104B}"/>
          </ac:spMkLst>
        </pc:spChg>
        <pc:spChg chg="mod">
          <ac:chgData name="Victoria Acevedo D" userId="S::vacevedod@duoc.cl::01935638-6af6-49f9-8b60-071256435a17" providerId="AD" clId="Web-{807EE9B3-826B-CA0C-7F5D-1FC50BE580AD}" dt="2024-07-09T22:27:50.302" v="22" actId="20577"/>
          <ac:spMkLst>
            <pc:docMk/>
            <pc:sldMk cId="317106787" sldId="259"/>
            <ac:spMk id="3" creationId="{E4EF0026-D2A1-FEC2-6E09-DE4B8D3DE528}"/>
          </ac:spMkLst>
        </pc:spChg>
      </pc:sldChg>
    </pc:docChg>
  </pc:docChgLst>
  <pc:docChgLst>
    <pc:chgData name="Daniela Osorio C." userId="319d936b-4c97-4d05-ad2b-d02721bbec8f" providerId="ADAL" clId="{27075CD9-67DB-2C4B-A31F-FD11771F2FCB}"/>
    <pc:docChg chg="custSel modMainMaster">
      <pc:chgData name="Daniela Osorio C." userId="319d936b-4c97-4d05-ad2b-d02721bbec8f" providerId="ADAL" clId="{27075CD9-67DB-2C4B-A31F-FD11771F2FCB}" dt="2024-03-15T13:39:13.591" v="28"/>
      <pc:docMkLst>
        <pc:docMk/>
      </pc:docMkLst>
      <pc:sldMasterChg chg="modSldLayout">
        <pc:chgData name="Daniela Osorio C." userId="319d936b-4c97-4d05-ad2b-d02721bbec8f" providerId="ADAL" clId="{27075CD9-67DB-2C4B-A31F-FD11771F2FCB}" dt="2024-03-15T13:39:13.591" v="28"/>
        <pc:sldMasterMkLst>
          <pc:docMk/>
          <pc:sldMasterMk cId="1693028746" sldId="2147483648"/>
        </pc:sldMasterMkLst>
        <pc:sldLayoutChg chg="addSp delSp modSp mod">
          <pc:chgData name="Daniela Osorio C." userId="319d936b-4c97-4d05-ad2b-d02721bbec8f" providerId="ADAL" clId="{27075CD9-67DB-2C4B-A31F-FD11771F2FCB}" dt="2024-03-15T13:39:13.591" v="28"/>
          <pc:sldLayoutMkLst>
            <pc:docMk/>
            <pc:sldMasterMk cId="1693028746" sldId="2147483648"/>
            <pc:sldLayoutMk cId="2606120192" sldId="2147483649"/>
          </pc:sldLayoutMkLst>
          <pc:picChg chg="add del mod">
            <ac:chgData name="Daniela Osorio C." userId="319d936b-4c97-4d05-ad2b-d02721bbec8f" providerId="ADAL" clId="{27075CD9-67DB-2C4B-A31F-FD11771F2FCB}" dt="2024-03-15T13:39:11.956" v="26" actId="21"/>
            <ac:picMkLst>
              <pc:docMk/>
              <pc:sldMasterMk cId="1693028746" sldId="2147483648"/>
              <pc:sldLayoutMk cId="2606120192" sldId="2147483649"/>
              <ac:picMk id="2" creationId="{430EE472-553D-A7F6-F254-55E520F39A22}"/>
            </ac:picMkLst>
          </pc:picChg>
          <pc:picChg chg="del">
            <ac:chgData name="Daniela Osorio C." userId="319d936b-4c97-4d05-ad2b-d02721bbec8f" providerId="ADAL" clId="{27075CD9-67DB-2C4B-A31F-FD11771F2FCB}" dt="2024-03-15T13:39:13.256" v="27" actId="478"/>
            <ac:picMkLst>
              <pc:docMk/>
              <pc:sldMasterMk cId="1693028746" sldId="2147483648"/>
              <pc:sldLayoutMk cId="2606120192" sldId="2147483649"/>
              <ac:picMk id="3" creationId="{3B18511A-ACD9-5BA5-0820-A79B8929F03F}"/>
            </ac:picMkLst>
          </pc:picChg>
          <pc:picChg chg="add mod">
            <ac:chgData name="Daniela Osorio C." userId="319d936b-4c97-4d05-ad2b-d02721bbec8f" providerId="ADAL" clId="{27075CD9-67DB-2C4B-A31F-FD11771F2FCB}" dt="2024-03-15T13:39:13.591" v="28"/>
            <ac:picMkLst>
              <pc:docMk/>
              <pc:sldMasterMk cId="1693028746" sldId="2147483648"/>
              <pc:sldLayoutMk cId="2606120192" sldId="2147483649"/>
              <ac:picMk id="4" creationId="{742F942F-A859-8F5E-EC64-501C5C2715A5}"/>
            </ac:picMkLst>
          </pc:picChg>
        </pc:sldLayoutChg>
      </pc:sldMasterChg>
    </pc:docChg>
  </pc:docChgLst>
  <pc:docChgLst>
    <pc:chgData name="Daniela Osorio C." userId="319d936b-4c97-4d05-ad2b-d02721bbec8f" providerId="ADAL" clId="{8ECFA8A7-1ADB-2841-A8F3-81DA05612E66}"/>
    <pc:docChg chg="custSel modMainMaster">
      <pc:chgData name="Daniela Osorio C." userId="319d936b-4c97-4d05-ad2b-d02721bbec8f" providerId="ADAL" clId="{8ECFA8A7-1ADB-2841-A8F3-81DA05612E66}" dt="2024-03-18T14:15:56.208" v="77"/>
      <pc:docMkLst>
        <pc:docMk/>
      </pc:docMkLst>
      <pc:sldMasterChg chg="modSldLayout">
        <pc:chgData name="Daniela Osorio C." userId="319d936b-4c97-4d05-ad2b-d02721bbec8f" providerId="ADAL" clId="{8ECFA8A7-1ADB-2841-A8F3-81DA05612E66}" dt="2024-03-18T14:15:56.208" v="77"/>
        <pc:sldMasterMkLst>
          <pc:docMk/>
          <pc:sldMasterMk cId="1693028746" sldId="2147483648"/>
        </pc:sldMasterMkLst>
        <pc:sldLayoutChg chg="addSp delSp modSp mod setBg">
          <pc:chgData name="Daniela Osorio C." userId="319d936b-4c97-4d05-ad2b-d02721bbec8f" providerId="ADAL" clId="{8ECFA8A7-1ADB-2841-A8F3-81DA05612E66}" dt="2024-03-15T17:08:55.127" v="33"/>
          <pc:sldLayoutMkLst>
            <pc:docMk/>
            <pc:sldMasterMk cId="1693028746" sldId="2147483648"/>
            <pc:sldLayoutMk cId="2606120192" sldId="2147483649"/>
          </pc:sldLayoutMkLst>
          <pc:spChg chg="mod">
            <ac:chgData name="Daniela Osorio C." userId="319d936b-4c97-4d05-ad2b-d02721bbec8f" providerId="ADAL" clId="{8ECFA8A7-1ADB-2841-A8F3-81DA05612E66}" dt="2024-03-15T17:05:36.788" v="0" actId="207"/>
            <ac:spMkLst>
              <pc:docMk/>
              <pc:sldMasterMk cId="1693028746" sldId="2147483648"/>
              <pc:sldLayoutMk cId="2606120192" sldId="2147483649"/>
              <ac:spMk id="5" creationId="{EA07B88F-3442-88EF-4332-8188DAED77CC}"/>
            </ac:spMkLst>
          </pc:spChg>
          <pc:picChg chg="add del mod">
            <ac:chgData name="Daniela Osorio C." userId="319d936b-4c97-4d05-ad2b-d02721bbec8f" providerId="ADAL" clId="{8ECFA8A7-1ADB-2841-A8F3-81DA05612E66}" dt="2024-03-15T17:07:00.262" v="29" actId="21"/>
            <ac:picMkLst>
              <pc:docMk/>
              <pc:sldMasterMk cId="1693028746" sldId="2147483648"/>
              <pc:sldLayoutMk cId="2606120192" sldId="2147483649"/>
              <ac:picMk id="2" creationId="{DC559FB6-3CD7-6BDE-0124-33A569C49D86}"/>
            </ac:picMkLst>
          </pc:picChg>
          <pc:picChg chg="del">
            <ac:chgData name="Daniela Osorio C." userId="319d936b-4c97-4d05-ad2b-d02721bbec8f" providerId="ADAL" clId="{8ECFA8A7-1ADB-2841-A8F3-81DA05612E66}" dt="2024-03-15T17:07:01.483" v="30" actId="478"/>
            <ac:picMkLst>
              <pc:docMk/>
              <pc:sldMasterMk cId="1693028746" sldId="2147483648"/>
              <pc:sldLayoutMk cId="2606120192" sldId="2147483649"/>
              <ac:picMk id="3" creationId="{61A12591-91D6-657C-6C3C-E0E264F35539}"/>
            </ac:picMkLst>
          </pc:picChg>
          <pc:picChg chg="add mod">
            <ac:chgData name="Daniela Osorio C." userId="319d936b-4c97-4d05-ad2b-d02721bbec8f" providerId="ADAL" clId="{8ECFA8A7-1ADB-2841-A8F3-81DA05612E66}" dt="2024-03-15T17:07:01.791" v="31"/>
            <ac:picMkLst>
              <pc:docMk/>
              <pc:sldMasterMk cId="1693028746" sldId="2147483648"/>
              <pc:sldLayoutMk cId="2606120192" sldId="2147483649"/>
              <ac:picMk id="4" creationId="{952E45F7-DBA7-0067-88AC-2B33C1A8CB98}"/>
            </ac:picMkLst>
          </pc:picChg>
        </pc:sldLayoutChg>
        <pc:sldLayoutChg chg="addSp delSp modSp mod">
          <pc:chgData name="Daniela Osorio C." userId="319d936b-4c97-4d05-ad2b-d02721bbec8f" providerId="ADAL" clId="{8ECFA8A7-1ADB-2841-A8F3-81DA05612E66}" dt="2024-03-15T17:16:10.911" v="61"/>
          <pc:sldLayoutMkLst>
            <pc:docMk/>
            <pc:sldMasterMk cId="1693028746" sldId="2147483648"/>
            <pc:sldLayoutMk cId="4245125461" sldId="2147483650"/>
          </pc:sldLayoutMkLst>
          <pc:spChg chg="mod">
            <ac:chgData name="Daniela Osorio C." userId="319d936b-4c97-4d05-ad2b-d02721bbec8f" providerId="ADAL" clId="{8ECFA8A7-1ADB-2841-A8F3-81DA05612E66}" dt="2024-03-15T17:05:58.427" v="5" actId="207"/>
            <ac:spMkLst>
              <pc:docMk/>
              <pc:sldMasterMk cId="1693028746" sldId="2147483648"/>
              <pc:sldLayoutMk cId="4245125461" sldId="2147483650"/>
              <ac:spMk id="8" creationId="{D4BF3825-8CDE-15D1-473C-F04253CD9789}"/>
            </ac:spMkLst>
          </pc:spChg>
          <pc:picChg chg="add del mod">
            <ac:chgData name="Daniela Osorio C." userId="319d936b-4c97-4d05-ad2b-d02721bbec8f" providerId="ADAL" clId="{8ECFA8A7-1ADB-2841-A8F3-81DA05612E66}" dt="2024-03-15T17:16:09.268" v="59" actId="21"/>
            <ac:picMkLst>
              <pc:docMk/>
              <pc:sldMasterMk cId="1693028746" sldId="2147483648"/>
              <pc:sldLayoutMk cId="4245125461" sldId="2147483650"/>
              <ac:picMk id="2" creationId="{9EEFC615-5166-0659-76F9-5F6055A719CD}"/>
            </ac:picMkLst>
          </pc:picChg>
          <pc:picChg chg="add mod">
            <ac:chgData name="Daniela Osorio C." userId="319d936b-4c97-4d05-ad2b-d02721bbec8f" providerId="ADAL" clId="{8ECFA8A7-1ADB-2841-A8F3-81DA05612E66}" dt="2024-03-15T17:16:10.911" v="61"/>
            <ac:picMkLst>
              <pc:docMk/>
              <pc:sldMasterMk cId="1693028746" sldId="2147483648"/>
              <pc:sldLayoutMk cId="4245125461" sldId="2147483650"/>
              <ac:picMk id="3" creationId="{0B8A2F42-00CA-3BF5-D8D0-4B68FE7E8824}"/>
            </ac:picMkLst>
          </pc:picChg>
          <pc:picChg chg="del">
            <ac:chgData name="Daniela Osorio C." userId="319d936b-4c97-4d05-ad2b-d02721bbec8f" providerId="ADAL" clId="{8ECFA8A7-1ADB-2841-A8F3-81DA05612E66}" dt="2024-03-15T17:16:10.642" v="60" actId="478"/>
            <ac:picMkLst>
              <pc:docMk/>
              <pc:sldMasterMk cId="1693028746" sldId="2147483648"/>
              <pc:sldLayoutMk cId="4245125461" sldId="2147483650"/>
              <ac:picMk id="4" creationId="{4C0BA981-D2ED-A47F-F882-7C7C3B407C17}"/>
            </ac:picMkLst>
          </pc:picChg>
        </pc:sldLayoutChg>
        <pc:sldLayoutChg chg="addSp delSp modSp mod">
          <pc:chgData name="Daniela Osorio C." userId="319d936b-4c97-4d05-ad2b-d02721bbec8f" providerId="ADAL" clId="{8ECFA8A7-1ADB-2841-A8F3-81DA05612E66}" dt="2024-03-15T17:16:33.597" v="69" actId="12789"/>
          <pc:sldLayoutMkLst>
            <pc:docMk/>
            <pc:sldMasterMk cId="1693028746" sldId="2147483648"/>
            <pc:sldLayoutMk cId="3652869427" sldId="2147483651"/>
          </pc:sldLayoutMkLst>
          <pc:spChg chg="mod">
            <ac:chgData name="Daniela Osorio C." userId="319d936b-4c97-4d05-ad2b-d02721bbec8f" providerId="ADAL" clId="{8ECFA8A7-1ADB-2841-A8F3-81DA05612E66}" dt="2024-03-15T17:06:01.805" v="6" actId="207"/>
            <ac:spMkLst>
              <pc:docMk/>
              <pc:sldMasterMk cId="1693028746" sldId="2147483648"/>
              <pc:sldLayoutMk cId="3652869427" sldId="2147483651"/>
              <ac:spMk id="3" creationId="{989D0323-C2ED-C0E8-73FE-BEAB8CFEAEB8}"/>
            </ac:spMkLst>
          </pc:spChg>
          <pc:picChg chg="add del mod">
            <ac:chgData name="Daniela Osorio C." userId="319d936b-4c97-4d05-ad2b-d02721bbec8f" providerId="ADAL" clId="{8ECFA8A7-1ADB-2841-A8F3-81DA05612E66}" dt="2024-03-15T17:16:28.671" v="66" actId="21"/>
            <ac:picMkLst>
              <pc:docMk/>
              <pc:sldMasterMk cId="1693028746" sldId="2147483648"/>
              <pc:sldLayoutMk cId="3652869427" sldId="2147483651"/>
              <ac:picMk id="5" creationId="{A1684719-EFF8-C040-1A37-D9D9410914A3}"/>
            </ac:picMkLst>
          </pc:picChg>
          <pc:picChg chg="add mod">
            <ac:chgData name="Daniela Osorio C." userId="319d936b-4c97-4d05-ad2b-d02721bbec8f" providerId="ADAL" clId="{8ECFA8A7-1ADB-2841-A8F3-81DA05612E66}" dt="2024-03-15T17:16:33.597" v="69" actId="12789"/>
            <ac:picMkLst>
              <pc:docMk/>
              <pc:sldMasterMk cId="1693028746" sldId="2147483648"/>
              <pc:sldLayoutMk cId="3652869427" sldId="2147483651"/>
              <ac:picMk id="9" creationId="{9C188DE4-1C8A-750A-9834-317895F22B2F}"/>
            </ac:picMkLst>
          </pc:picChg>
          <pc:picChg chg="del">
            <ac:chgData name="Daniela Osorio C." userId="319d936b-4c97-4d05-ad2b-d02721bbec8f" providerId="ADAL" clId="{8ECFA8A7-1ADB-2841-A8F3-81DA05612E66}" dt="2024-03-15T17:16:29.871" v="67" actId="478"/>
            <ac:picMkLst>
              <pc:docMk/>
              <pc:sldMasterMk cId="1693028746" sldId="2147483648"/>
              <pc:sldLayoutMk cId="3652869427" sldId="2147483651"/>
              <ac:picMk id="10" creationId="{4506DCC7-0663-88BB-EF7C-AB0097FE2886}"/>
            </ac:picMkLst>
          </pc:picChg>
        </pc:sldLayoutChg>
        <pc:sldLayoutChg chg="addSp delSp modSp mod">
          <pc:chgData name="Daniela Osorio C." userId="319d936b-4c97-4d05-ad2b-d02721bbec8f" providerId="ADAL" clId="{8ECFA8A7-1ADB-2841-A8F3-81DA05612E66}" dt="2024-03-18T14:15:56.208" v="77"/>
          <pc:sldLayoutMkLst>
            <pc:docMk/>
            <pc:sldMasterMk cId="1693028746" sldId="2147483648"/>
            <pc:sldLayoutMk cId="3491390222" sldId="2147483652"/>
          </pc:sldLayoutMkLst>
          <pc:grpChg chg="add mod">
            <ac:chgData name="Daniela Osorio C." userId="319d936b-4c97-4d05-ad2b-d02721bbec8f" providerId="ADAL" clId="{8ECFA8A7-1ADB-2841-A8F3-81DA05612E66}" dt="2024-03-18T14:15:56.208" v="77"/>
            <ac:grpSpMkLst>
              <pc:docMk/>
              <pc:sldMasterMk cId="1693028746" sldId="2147483648"/>
              <pc:sldLayoutMk cId="3491390222" sldId="2147483652"/>
              <ac:grpSpMk id="2" creationId="{9F91E6D1-21AD-8149-634F-39874CDDB05F}"/>
            </ac:grpSpMkLst>
          </pc:grpChg>
          <pc:picChg chg="mod">
            <ac:chgData name="Daniela Osorio C." userId="319d936b-4c97-4d05-ad2b-d02721bbec8f" providerId="ADAL" clId="{8ECFA8A7-1ADB-2841-A8F3-81DA05612E66}" dt="2024-03-18T14:15:56.208" v="77"/>
            <ac:picMkLst>
              <pc:docMk/>
              <pc:sldMasterMk cId="1693028746" sldId="2147483648"/>
              <pc:sldLayoutMk cId="3491390222" sldId="2147483652"/>
              <ac:picMk id="3" creationId="{5C7F6159-27FC-D37D-6948-67F8EE366ACB}"/>
            </ac:picMkLst>
          </pc:picChg>
          <pc:picChg chg="mod">
            <ac:chgData name="Daniela Osorio C." userId="319d936b-4c97-4d05-ad2b-d02721bbec8f" providerId="ADAL" clId="{8ECFA8A7-1ADB-2841-A8F3-81DA05612E66}" dt="2024-03-18T14:15:56.208" v="77"/>
            <ac:picMkLst>
              <pc:docMk/>
              <pc:sldMasterMk cId="1693028746" sldId="2147483648"/>
              <pc:sldLayoutMk cId="3491390222" sldId="2147483652"/>
              <ac:picMk id="4" creationId="{3051E8F7-021B-497B-A676-8142240D8E84}"/>
            </ac:picMkLst>
          </pc:picChg>
          <pc:picChg chg="add mod">
            <ac:chgData name="Daniela Osorio C." userId="319d936b-4c97-4d05-ad2b-d02721bbec8f" providerId="ADAL" clId="{8ECFA8A7-1ADB-2841-A8F3-81DA05612E66}" dt="2024-03-18T14:15:56.208" v="77"/>
            <ac:picMkLst>
              <pc:docMk/>
              <pc:sldMasterMk cId="1693028746" sldId="2147483648"/>
              <pc:sldLayoutMk cId="3491390222" sldId="2147483652"/>
              <ac:picMk id="5" creationId="{BA44E097-D359-D78B-4054-E34A9D1A9706}"/>
            </ac:picMkLst>
          </pc:picChg>
          <pc:picChg chg="del">
            <ac:chgData name="Daniela Osorio C." userId="319d936b-4c97-4d05-ad2b-d02721bbec8f" providerId="ADAL" clId="{8ECFA8A7-1ADB-2841-A8F3-81DA05612E66}" dt="2024-03-18T14:15:53.807" v="75" actId="478"/>
            <ac:picMkLst>
              <pc:docMk/>
              <pc:sldMasterMk cId="1693028746" sldId="2147483648"/>
              <pc:sldLayoutMk cId="3491390222" sldId="2147483652"/>
              <ac:picMk id="7" creationId="{A142B975-FA57-12A7-9DE9-D7A4B6DA842E}"/>
            </ac:picMkLst>
          </pc:picChg>
          <pc:picChg chg="del">
            <ac:chgData name="Daniela Osorio C." userId="319d936b-4c97-4d05-ad2b-d02721bbec8f" providerId="ADAL" clId="{8ECFA8A7-1ADB-2841-A8F3-81DA05612E66}" dt="2024-03-18T14:15:55.258" v="76" actId="478"/>
            <ac:picMkLst>
              <pc:docMk/>
              <pc:sldMasterMk cId="1693028746" sldId="2147483648"/>
              <pc:sldLayoutMk cId="3491390222" sldId="2147483652"/>
              <ac:picMk id="8" creationId="{E470050E-A56E-B6C4-B9E0-1BC0CC5F9241}"/>
            </ac:picMkLst>
          </pc:picChg>
        </pc:sldLayoutChg>
        <pc:sldLayoutChg chg="addSp delSp modSp mod">
          <pc:chgData name="Daniela Osorio C." userId="319d936b-4c97-4d05-ad2b-d02721bbec8f" providerId="ADAL" clId="{8ECFA8A7-1ADB-2841-A8F3-81DA05612E66}" dt="2024-03-15T17:16:43.345" v="74"/>
          <pc:sldLayoutMkLst>
            <pc:docMk/>
            <pc:sldMasterMk cId="1693028746" sldId="2147483648"/>
            <pc:sldLayoutMk cId="1232603797" sldId="2147483653"/>
          </pc:sldLayoutMkLst>
          <pc:spChg chg="mod">
            <ac:chgData name="Daniela Osorio C." userId="319d936b-4c97-4d05-ad2b-d02721bbec8f" providerId="ADAL" clId="{8ECFA8A7-1ADB-2841-A8F3-81DA05612E66}" dt="2024-03-15T17:06:05.920" v="7" actId="207"/>
            <ac:spMkLst>
              <pc:docMk/>
              <pc:sldMasterMk cId="1693028746" sldId="2147483648"/>
              <pc:sldLayoutMk cId="1232603797" sldId="2147483653"/>
              <ac:spMk id="6" creationId="{7CFD1A2D-962B-1B2F-8EFE-116133732487}"/>
            </ac:spMkLst>
          </pc:spChg>
          <pc:spChg chg="mod">
            <ac:chgData name="Daniela Osorio C." userId="319d936b-4c97-4d05-ad2b-d02721bbec8f" providerId="ADAL" clId="{8ECFA8A7-1ADB-2841-A8F3-81DA05612E66}" dt="2024-03-15T17:06:05.920" v="7" actId="207"/>
            <ac:spMkLst>
              <pc:docMk/>
              <pc:sldMasterMk cId="1693028746" sldId="2147483648"/>
              <pc:sldLayoutMk cId="1232603797" sldId="2147483653"/>
              <ac:spMk id="17" creationId="{C0D8A9F2-7C34-CC0C-4A65-766C6591434E}"/>
            </ac:spMkLst>
          </pc:spChg>
          <pc:picChg chg="add del mod">
            <ac:chgData name="Daniela Osorio C." userId="319d936b-4c97-4d05-ad2b-d02721bbec8f" providerId="ADAL" clId="{8ECFA8A7-1ADB-2841-A8F3-81DA05612E66}" dt="2024-03-15T17:16:41.843" v="72" actId="21"/>
            <ac:picMkLst>
              <pc:docMk/>
              <pc:sldMasterMk cId="1693028746" sldId="2147483648"/>
              <pc:sldLayoutMk cId="1232603797" sldId="2147483653"/>
              <ac:picMk id="5" creationId="{90BAB172-E0A2-D0E4-8E2F-50FECB2A1E32}"/>
            </ac:picMkLst>
          </pc:picChg>
          <pc:picChg chg="add mod">
            <ac:chgData name="Daniela Osorio C." userId="319d936b-4c97-4d05-ad2b-d02721bbec8f" providerId="ADAL" clId="{8ECFA8A7-1ADB-2841-A8F3-81DA05612E66}" dt="2024-03-15T17:16:43.345" v="74"/>
            <ac:picMkLst>
              <pc:docMk/>
              <pc:sldMasterMk cId="1693028746" sldId="2147483648"/>
              <pc:sldLayoutMk cId="1232603797" sldId="2147483653"/>
              <ac:picMk id="9" creationId="{533ECC16-DB92-D7AB-25D1-63F1F6931CD4}"/>
            </ac:picMkLst>
          </pc:picChg>
          <pc:picChg chg="del">
            <ac:chgData name="Daniela Osorio C." userId="319d936b-4c97-4d05-ad2b-d02721bbec8f" providerId="ADAL" clId="{8ECFA8A7-1ADB-2841-A8F3-81DA05612E66}" dt="2024-03-15T17:16:43.084" v="73" actId="478"/>
            <ac:picMkLst>
              <pc:docMk/>
              <pc:sldMasterMk cId="1693028746" sldId="2147483648"/>
              <pc:sldLayoutMk cId="1232603797" sldId="2147483653"/>
              <ac:picMk id="10" creationId="{7364F9B6-661D-6260-D937-4737ACFD530A}"/>
            </ac:picMkLst>
          </pc:picChg>
        </pc:sldLayoutChg>
        <pc:sldLayoutChg chg="modSp mod setBg">
          <pc:chgData name="Daniela Osorio C." userId="319d936b-4c97-4d05-ad2b-d02721bbec8f" providerId="ADAL" clId="{8ECFA8A7-1ADB-2841-A8F3-81DA05612E66}" dt="2024-03-15T17:11:04.862" v="35"/>
          <pc:sldLayoutMkLst>
            <pc:docMk/>
            <pc:sldMasterMk cId="1693028746" sldId="2147483648"/>
            <pc:sldLayoutMk cId="3557603587" sldId="2147483654"/>
          </pc:sldLayoutMkLst>
          <pc:spChg chg="mod">
            <ac:chgData name="Daniela Osorio C." userId="319d936b-4c97-4d05-ad2b-d02721bbec8f" providerId="ADAL" clId="{8ECFA8A7-1ADB-2841-A8F3-81DA05612E66}" dt="2024-03-15T17:05:41.448" v="1" actId="207"/>
            <ac:spMkLst>
              <pc:docMk/>
              <pc:sldMasterMk cId="1693028746" sldId="2147483648"/>
              <pc:sldLayoutMk cId="3557603587" sldId="2147483654"/>
              <ac:spMk id="7" creationId="{40797CDF-FB5B-73C1-E558-E89BA99B7029}"/>
            </ac:spMkLst>
          </pc:spChg>
          <pc:spChg chg="mod">
            <ac:chgData name="Daniela Osorio C." userId="319d936b-4c97-4d05-ad2b-d02721bbec8f" providerId="ADAL" clId="{8ECFA8A7-1ADB-2841-A8F3-81DA05612E66}" dt="2024-03-15T17:05:41.448" v="1" actId="207"/>
            <ac:spMkLst>
              <pc:docMk/>
              <pc:sldMasterMk cId="1693028746" sldId="2147483648"/>
              <pc:sldLayoutMk cId="3557603587" sldId="2147483654"/>
              <ac:spMk id="12" creationId="{EF32CCDA-7D4E-CFAF-567E-53011A66186E}"/>
            </ac:spMkLst>
          </pc:spChg>
        </pc:sldLayoutChg>
        <pc:sldLayoutChg chg="modSp mod setBg">
          <pc:chgData name="Daniela Osorio C." userId="319d936b-4c97-4d05-ad2b-d02721bbec8f" providerId="ADAL" clId="{8ECFA8A7-1ADB-2841-A8F3-81DA05612E66}" dt="2024-03-15T17:15:34.424" v="41"/>
          <pc:sldLayoutMkLst>
            <pc:docMk/>
            <pc:sldMasterMk cId="1693028746" sldId="2147483648"/>
            <pc:sldLayoutMk cId="787768259" sldId="2147483655"/>
          </pc:sldLayoutMkLst>
          <pc:spChg chg="mod">
            <ac:chgData name="Daniela Osorio C." userId="319d936b-4c97-4d05-ad2b-d02721bbec8f" providerId="ADAL" clId="{8ECFA8A7-1ADB-2841-A8F3-81DA05612E66}" dt="2024-03-15T17:05:53.949" v="4" actId="207"/>
            <ac:spMkLst>
              <pc:docMk/>
              <pc:sldMasterMk cId="1693028746" sldId="2147483648"/>
              <pc:sldLayoutMk cId="787768259" sldId="2147483655"/>
              <ac:spMk id="7" creationId="{40797CDF-FB5B-73C1-E558-E89BA99B7029}"/>
            </ac:spMkLst>
          </pc:spChg>
          <pc:spChg chg="mod">
            <ac:chgData name="Daniela Osorio C." userId="319d936b-4c97-4d05-ad2b-d02721bbec8f" providerId="ADAL" clId="{8ECFA8A7-1ADB-2841-A8F3-81DA05612E66}" dt="2024-03-15T17:05:53.949" v="4" actId="207"/>
            <ac:spMkLst>
              <pc:docMk/>
              <pc:sldMasterMk cId="1693028746" sldId="2147483648"/>
              <pc:sldLayoutMk cId="787768259" sldId="2147483655"/>
              <ac:spMk id="12" creationId="{EF32CCDA-7D4E-CFAF-567E-53011A66186E}"/>
            </ac:spMkLst>
          </pc:spChg>
        </pc:sldLayoutChg>
        <pc:sldLayoutChg chg="modSp mod setBg">
          <pc:chgData name="Daniela Osorio C." userId="319d936b-4c97-4d05-ad2b-d02721bbec8f" providerId="ADAL" clId="{8ECFA8A7-1ADB-2841-A8F3-81DA05612E66}" dt="2024-03-15T17:12:26.585" v="37"/>
          <pc:sldLayoutMkLst>
            <pc:docMk/>
            <pc:sldMasterMk cId="1693028746" sldId="2147483648"/>
            <pc:sldLayoutMk cId="2395459408" sldId="2147483656"/>
          </pc:sldLayoutMkLst>
          <pc:spChg chg="mod">
            <ac:chgData name="Daniela Osorio C." userId="319d936b-4c97-4d05-ad2b-d02721bbec8f" providerId="ADAL" clId="{8ECFA8A7-1ADB-2841-A8F3-81DA05612E66}" dt="2024-03-15T17:05:45.322" v="2" actId="207"/>
            <ac:spMkLst>
              <pc:docMk/>
              <pc:sldMasterMk cId="1693028746" sldId="2147483648"/>
              <pc:sldLayoutMk cId="2395459408" sldId="2147483656"/>
              <ac:spMk id="7" creationId="{40797CDF-FB5B-73C1-E558-E89BA99B7029}"/>
            </ac:spMkLst>
          </pc:spChg>
          <pc:spChg chg="mod">
            <ac:chgData name="Daniela Osorio C." userId="319d936b-4c97-4d05-ad2b-d02721bbec8f" providerId="ADAL" clId="{8ECFA8A7-1ADB-2841-A8F3-81DA05612E66}" dt="2024-03-15T17:05:45.322" v="2" actId="207"/>
            <ac:spMkLst>
              <pc:docMk/>
              <pc:sldMasterMk cId="1693028746" sldId="2147483648"/>
              <pc:sldLayoutMk cId="2395459408" sldId="2147483656"/>
              <ac:spMk id="12" creationId="{EF32CCDA-7D4E-CFAF-567E-53011A66186E}"/>
            </ac:spMkLst>
          </pc:spChg>
        </pc:sldLayoutChg>
        <pc:sldLayoutChg chg="modSp mod setBg">
          <pc:chgData name="Daniela Osorio C." userId="319d936b-4c97-4d05-ad2b-d02721bbec8f" providerId="ADAL" clId="{8ECFA8A7-1ADB-2841-A8F3-81DA05612E66}" dt="2024-03-15T17:15:22.719" v="39"/>
          <pc:sldLayoutMkLst>
            <pc:docMk/>
            <pc:sldMasterMk cId="1693028746" sldId="2147483648"/>
            <pc:sldLayoutMk cId="1558819832" sldId="2147483657"/>
          </pc:sldLayoutMkLst>
          <pc:spChg chg="mod">
            <ac:chgData name="Daniela Osorio C." userId="319d936b-4c97-4d05-ad2b-d02721bbec8f" providerId="ADAL" clId="{8ECFA8A7-1ADB-2841-A8F3-81DA05612E66}" dt="2024-03-15T17:05:50.282" v="3" actId="207"/>
            <ac:spMkLst>
              <pc:docMk/>
              <pc:sldMasterMk cId="1693028746" sldId="2147483648"/>
              <pc:sldLayoutMk cId="1558819832" sldId="2147483657"/>
              <ac:spMk id="7" creationId="{40797CDF-FB5B-73C1-E558-E89BA99B7029}"/>
            </ac:spMkLst>
          </pc:spChg>
          <pc:spChg chg="mod">
            <ac:chgData name="Daniela Osorio C." userId="319d936b-4c97-4d05-ad2b-d02721bbec8f" providerId="ADAL" clId="{8ECFA8A7-1ADB-2841-A8F3-81DA05612E66}" dt="2024-03-15T17:05:50.282" v="3" actId="207"/>
            <ac:spMkLst>
              <pc:docMk/>
              <pc:sldMasterMk cId="1693028746" sldId="2147483648"/>
              <pc:sldLayoutMk cId="1558819832" sldId="2147483657"/>
              <ac:spMk id="12" creationId="{EF32CCDA-7D4E-CFAF-567E-53011A66186E}"/>
            </ac:spMkLst>
          </pc:spChg>
        </pc:sldLayoutChg>
      </pc:sldMasterChg>
    </pc:docChg>
  </pc:docChgLst>
  <pc:docChgLst>
    <pc:chgData name="Victoria Acevedo D" userId="S::vacevedod@duoc.cl::01935638-6af6-49f9-8b60-071256435a17" providerId="AD" clId="Web-{4D499531-AFE8-F35C-947F-43D0D0F34A96}"/>
    <pc:docChg chg="modSld">
      <pc:chgData name="Victoria Acevedo D" userId="S::vacevedod@duoc.cl::01935638-6af6-49f9-8b60-071256435a17" providerId="AD" clId="Web-{4D499531-AFE8-F35C-947F-43D0D0F34A96}" dt="2024-06-03T01:03:25.886" v="2" actId="20577"/>
      <pc:docMkLst>
        <pc:docMk/>
      </pc:docMkLst>
      <pc:sldChg chg="modSp">
        <pc:chgData name="Victoria Acevedo D" userId="S::vacevedod@duoc.cl::01935638-6af6-49f9-8b60-071256435a17" providerId="AD" clId="Web-{4D499531-AFE8-F35C-947F-43D0D0F34A96}" dt="2024-06-03T01:03:25.886" v="2" actId="20577"/>
        <pc:sldMkLst>
          <pc:docMk/>
          <pc:sldMk cId="130920155" sldId="272"/>
        </pc:sldMkLst>
        <pc:spChg chg="mod">
          <ac:chgData name="Victoria Acevedo D" userId="S::vacevedod@duoc.cl::01935638-6af6-49f9-8b60-071256435a17" providerId="AD" clId="Web-{4D499531-AFE8-F35C-947F-43D0D0F34A96}" dt="2024-06-03T01:03:25.886" v="2" actId="20577"/>
          <ac:spMkLst>
            <pc:docMk/>
            <pc:sldMk cId="130920155" sldId="272"/>
            <ac:spMk id="2" creationId="{EADDA3FC-36B2-5E48-53A8-51083BBEE302}"/>
          </ac:spMkLst>
        </pc:spChg>
      </pc:sldChg>
    </pc:docChg>
  </pc:docChgLst>
  <pc:docChgLst>
    <pc:chgData name="Daniela Osorio C." userId="319d936b-4c97-4d05-ad2b-d02721bbec8f" providerId="ADAL" clId="{E8204165-5A88-7041-B173-F49F8E46C51D}"/>
    <pc:docChg chg="undo custSel modMainMaster">
      <pc:chgData name="Daniela Osorio C." userId="319d936b-4c97-4d05-ad2b-d02721bbec8f" providerId="ADAL" clId="{E8204165-5A88-7041-B173-F49F8E46C51D}" dt="2024-03-11T15:35:32.988" v="54"/>
      <pc:docMkLst>
        <pc:docMk/>
      </pc:docMkLst>
      <pc:sldMasterChg chg="modSldLayout">
        <pc:chgData name="Daniela Osorio C." userId="319d936b-4c97-4d05-ad2b-d02721bbec8f" providerId="ADAL" clId="{E8204165-5A88-7041-B173-F49F8E46C51D}" dt="2024-03-11T15:35:32.988" v="54"/>
        <pc:sldMasterMkLst>
          <pc:docMk/>
          <pc:sldMasterMk cId="1693028746" sldId="2147483648"/>
        </pc:sldMasterMkLst>
        <pc:sldLayoutChg chg="modSp mod setBg">
          <pc:chgData name="Daniela Osorio C." userId="319d936b-4c97-4d05-ad2b-d02721bbec8f" providerId="ADAL" clId="{E8204165-5A88-7041-B173-F49F8E46C51D}" dt="2024-03-08T15:54:37.218" v="2" actId="207"/>
          <pc:sldLayoutMkLst>
            <pc:docMk/>
            <pc:sldMasterMk cId="1693028746" sldId="2147483648"/>
            <pc:sldLayoutMk cId="2606120192" sldId="2147483649"/>
          </pc:sldLayoutMkLst>
          <pc:spChg chg="mod">
            <ac:chgData name="Daniela Osorio C." userId="319d936b-4c97-4d05-ad2b-d02721bbec8f" providerId="ADAL" clId="{E8204165-5A88-7041-B173-F49F8E46C51D}" dt="2024-03-08T15:54:37.218" v="2" actId="207"/>
            <ac:spMkLst>
              <pc:docMk/>
              <pc:sldMasterMk cId="1693028746" sldId="2147483648"/>
              <pc:sldLayoutMk cId="2606120192" sldId="2147483649"/>
              <ac:spMk id="5" creationId="{EA07B88F-3442-88EF-4332-8188DAED77CC}"/>
            </ac:spMkLst>
          </pc:spChg>
        </pc:sldLayoutChg>
        <pc:sldLayoutChg chg="addSp delSp modSp mod">
          <pc:chgData name="Daniela Osorio C." userId="319d936b-4c97-4d05-ad2b-d02721bbec8f" providerId="ADAL" clId="{E8204165-5A88-7041-B173-F49F8E46C51D}" dt="2024-03-08T15:57:08.671" v="46" actId="478"/>
          <pc:sldLayoutMkLst>
            <pc:docMk/>
            <pc:sldMasterMk cId="1693028746" sldId="2147483648"/>
            <pc:sldLayoutMk cId="4245125461" sldId="2147483650"/>
          </pc:sldLayoutMkLst>
          <pc:spChg chg="mod">
            <ac:chgData name="Daniela Osorio C." userId="319d936b-4c97-4d05-ad2b-d02721bbec8f" providerId="ADAL" clId="{E8204165-5A88-7041-B173-F49F8E46C51D}" dt="2024-03-08T15:55:19.370" v="9" actId="207"/>
            <ac:spMkLst>
              <pc:docMk/>
              <pc:sldMasterMk cId="1693028746" sldId="2147483648"/>
              <pc:sldLayoutMk cId="4245125461" sldId="2147483650"/>
              <ac:spMk id="8" creationId="{D4BF3825-8CDE-15D1-473C-F04253CD9789}"/>
            </ac:spMkLst>
          </pc:spChg>
          <pc:picChg chg="del">
            <ac:chgData name="Daniela Osorio C." userId="319d936b-4c97-4d05-ad2b-d02721bbec8f" providerId="ADAL" clId="{E8204165-5A88-7041-B173-F49F8E46C51D}" dt="2024-03-08T15:57:08.671" v="46" actId="478"/>
            <ac:picMkLst>
              <pc:docMk/>
              <pc:sldMasterMk cId="1693028746" sldId="2147483648"/>
              <pc:sldLayoutMk cId="4245125461" sldId="2147483650"/>
              <ac:picMk id="2" creationId="{DEA467AA-B426-6E6D-D124-E46F0B3F61A9}"/>
            </ac:picMkLst>
          </pc:picChg>
          <pc:picChg chg="add mod">
            <ac:chgData name="Daniela Osorio C." userId="319d936b-4c97-4d05-ad2b-d02721bbec8f" providerId="ADAL" clId="{E8204165-5A88-7041-B173-F49F8E46C51D}" dt="2024-03-08T15:57:07.500" v="45" actId="1076"/>
            <ac:picMkLst>
              <pc:docMk/>
              <pc:sldMasterMk cId="1693028746" sldId="2147483648"/>
              <pc:sldLayoutMk cId="4245125461" sldId="2147483650"/>
              <ac:picMk id="3" creationId="{095DA7AA-50CC-BFDF-FC83-D23DB7396ABA}"/>
            </ac:picMkLst>
          </pc:picChg>
        </pc:sldLayoutChg>
        <pc:sldLayoutChg chg="addSp delSp modSp mod">
          <pc:chgData name="Daniela Osorio C." userId="319d936b-4c97-4d05-ad2b-d02721bbec8f" providerId="ADAL" clId="{E8204165-5A88-7041-B173-F49F8E46C51D}" dt="2024-03-08T15:56:35.109" v="39" actId="12789"/>
          <pc:sldLayoutMkLst>
            <pc:docMk/>
            <pc:sldMasterMk cId="1693028746" sldId="2147483648"/>
            <pc:sldLayoutMk cId="3652869427" sldId="2147483651"/>
          </pc:sldLayoutMkLst>
          <pc:spChg chg="mod">
            <ac:chgData name="Daniela Osorio C." userId="319d936b-4c97-4d05-ad2b-d02721bbec8f" providerId="ADAL" clId="{E8204165-5A88-7041-B173-F49F8E46C51D}" dt="2024-03-08T15:56:15.833" v="31" actId="1076"/>
            <ac:spMkLst>
              <pc:docMk/>
              <pc:sldMasterMk cId="1693028746" sldId="2147483648"/>
              <pc:sldLayoutMk cId="3652869427" sldId="2147483651"/>
              <ac:spMk id="2" creationId="{C97BCC7D-6F08-8B7A-0AE6-494B19B085FA}"/>
            </ac:spMkLst>
          </pc:spChg>
          <pc:spChg chg="mod">
            <ac:chgData name="Daniela Osorio C." userId="319d936b-4c97-4d05-ad2b-d02721bbec8f" providerId="ADAL" clId="{E8204165-5A88-7041-B173-F49F8E46C51D}" dt="2024-03-08T15:55:23.589" v="11" actId="207"/>
            <ac:spMkLst>
              <pc:docMk/>
              <pc:sldMasterMk cId="1693028746" sldId="2147483648"/>
              <pc:sldLayoutMk cId="3652869427" sldId="2147483651"/>
              <ac:spMk id="3" creationId="{989D0323-C2ED-C0E8-73FE-BEAB8CFEAEB8}"/>
            </ac:spMkLst>
          </pc:spChg>
          <pc:picChg chg="add mod">
            <ac:chgData name="Daniela Osorio C." userId="319d936b-4c97-4d05-ad2b-d02721bbec8f" providerId="ADAL" clId="{E8204165-5A88-7041-B173-F49F8E46C51D}" dt="2024-03-08T15:56:35.109" v="39" actId="12789"/>
            <ac:picMkLst>
              <pc:docMk/>
              <pc:sldMasterMk cId="1693028746" sldId="2147483648"/>
              <pc:sldLayoutMk cId="3652869427" sldId="2147483651"/>
              <ac:picMk id="5" creationId="{DFA3C3F2-3755-9BD8-9640-604AB2195B6E}"/>
            </ac:picMkLst>
          </pc:picChg>
          <pc:picChg chg="add del">
            <ac:chgData name="Daniela Osorio C." userId="319d936b-4c97-4d05-ad2b-d02721bbec8f" providerId="ADAL" clId="{E8204165-5A88-7041-B173-F49F8E46C51D}" dt="2024-03-08T15:56:24.818" v="35" actId="478"/>
            <ac:picMkLst>
              <pc:docMk/>
              <pc:sldMasterMk cId="1693028746" sldId="2147483648"/>
              <pc:sldLayoutMk cId="3652869427" sldId="2147483651"/>
              <ac:picMk id="21" creationId="{0B69FBCA-2DDE-9868-06E1-CB4510FB1E1C}"/>
            </ac:picMkLst>
          </pc:picChg>
        </pc:sldLayoutChg>
        <pc:sldLayoutChg chg="addSp delSp modSp mod">
          <pc:chgData name="Daniela Osorio C." userId="319d936b-4c97-4d05-ad2b-d02721bbec8f" providerId="ADAL" clId="{E8204165-5A88-7041-B173-F49F8E46C51D}" dt="2024-03-08T15:56:09.650" v="28"/>
          <pc:sldLayoutMkLst>
            <pc:docMk/>
            <pc:sldMasterMk cId="1693028746" sldId="2147483648"/>
            <pc:sldLayoutMk cId="1232603797" sldId="2147483653"/>
          </pc:sldLayoutMkLst>
          <pc:spChg chg="mod">
            <ac:chgData name="Daniela Osorio C." userId="319d936b-4c97-4d05-ad2b-d02721bbec8f" providerId="ADAL" clId="{E8204165-5A88-7041-B173-F49F8E46C51D}" dt="2024-03-08T15:55:28.615" v="12" actId="207"/>
            <ac:spMkLst>
              <pc:docMk/>
              <pc:sldMasterMk cId="1693028746" sldId="2147483648"/>
              <pc:sldLayoutMk cId="1232603797" sldId="2147483653"/>
              <ac:spMk id="6" creationId="{7CFD1A2D-962B-1B2F-8EFE-116133732487}"/>
            </ac:spMkLst>
          </pc:spChg>
          <pc:spChg chg="mod">
            <ac:chgData name="Daniela Osorio C." userId="319d936b-4c97-4d05-ad2b-d02721bbec8f" providerId="ADAL" clId="{E8204165-5A88-7041-B173-F49F8E46C51D}" dt="2024-03-08T15:55:28.615" v="12" actId="207"/>
            <ac:spMkLst>
              <pc:docMk/>
              <pc:sldMasterMk cId="1693028746" sldId="2147483648"/>
              <pc:sldLayoutMk cId="1232603797" sldId="2147483653"/>
              <ac:spMk id="17" creationId="{C0D8A9F2-7C34-CC0C-4A65-766C6591434E}"/>
            </ac:spMkLst>
          </pc:spChg>
          <pc:picChg chg="add del mod">
            <ac:chgData name="Daniela Osorio C." userId="319d936b-4c97-4d05-ad2b-d02721bbec8f" providerId="ADAL" clId="{E8204165-5A88-7041-B173-F49F8E46C51D}" dt="2024-03-08T15:56:04.808" v="26" actId="21"/>
            <ac:picMkLst>
              <pc:docMk/>
              <pc:sldMasterMk cId="1693028746" sldId="2147483648"/>
              <pc:sldLayoutMk cId="1232603797" sldId="2147483653"/>
              <ac:picMk id="5" creationId="{CECD71EB-03B2-835D-1388-2E420F70A70C}"/>
            </ac:picMkLst>
          </pc:picChg>
          <pc:picChg chg="add mod">
            <ac:chgData name="Daniela Osorio C." userId="319d936b-4c97-4d05-ad2b-d02721bbec8f" providerId="ADAL" clId="{E8204165-5A88-7041-B173-F49F8E46C51D}" dt="2024-03-08T15:56:09.650" v="28"/>
            <ac:picMkLst>
              <pc:docMk/>
              <pc:sldMasterMk cId="1693028746" sldId="2147483648"/>
              <pc:sldLayoutMk cId="1232603797" sldId="2147483653"/>
              <ac:picMk id="9" creationId="{DFDD4C65-CEFB-09B5-8FC8-4A1550C94AA4}"/>
            </ac:picMkLst>
          </pc:picChg>
          <pc:picChg chg="del">
            <ac:chgData name="Daniela Osorio C." userId="319d936b-4c97-4d05-ad2b-d02721bbec8f" providerId="ADAL" clId="{E8204165-5A88-7041-B173-F49F8E46C51D}" dt="2024-03-08T15:56:09.236" v="27" actId="478"/>
            <ac:picMkLst>
              <pc:docMk/>
              <pc:sldMasterMk cId="1693028746" sldId="2147483648"/>
              <pc:sldLayoutMk cId="1232603797" sldId="2147483653"/>
              <ac:picMk id="20" creationId="{CBAE267F-1329-438D-F8CA-EC5B36496E4E}"/>
            </ac:picMkLst>
          </pc:picChg>
        </pc:sldLayoutChg>
        <pc:sldLayoutChg chg="modSp mod setBg">
          <pc:chgData name="Daniela Osorio C." userId="319d936b-4c97-4d05-ad2b-d02721bbec8f" providerId="ADAL" clId="{E8204165-5A88-7041-B173-F49F8E46C51D}" dt="2024-03-08T15:59:08.198" v="48"/>
          <pc:sldLayoutMkLst>
            <pc:docMk/>
            <pc:sldMasterMk cId="1693028746" sldId="2147483648"/>
            <pc:sldLayoutMk cId="3557603587" sldId="2147483654"/>
          </pc:sldLayoutMkLst>
          <pc:spChg chg="mod">
            <ac:chgData name="Daniela Osorio C." userId="319d936b-4c97-4d05-ad2b-d02721bbec8f" providerId="ADAL" clId="{E8204165-5A88-7041-B173-F49F8E46C51D}" dt="2024-03-08T15:54:49.909" v="3" actId="207"/>
            <ac:spMkLst>
              <pc:docMk/>
              <pc:sldMasterMk cId="1693028746" sldId="2147483648"/>
              <pc:sldLayoutMk cId="3557603587" sldId="2147483654"/>
              <ac:spMk id="7" creationId="{40797CDF-FB5B-73C1-E558-E89BA99B7029}"/>
            </ac:spMkLst>
          </pc:spChg>
          <pc:spChg chg="mod">
            <ac:chgData name="Daniela Osorio C." userId="319d936b-4c97-4d05-ad2b-d02721bbec8f" providerId="ADAL" clId="{E8204165-5A88-7041-B173-F49F8E46C51D}" dt="2024-03-08T15:54:52.942" v="4" actId="207"/>
            <ac:spMkLst>
              <pc:docMk/>
              <pc:sldMasterMk cId="1693028746" sldId="2147483648"/>
              <pc:sldLayoutMk cId="3557603587" sldId="2147483654"/>
              <ac:spMk id="12" creationId="{EF32CCDA-7D4E-CFAF-567E-53011A66186E}"/>
            </ac:spMkLst>
          </pc:spChg>
        </pc:sldLayoutChg>
        <pc:sldLayoutChg chg="modSp mod setBg">
          <pc:chgData name="Daniela Osorio C." userId="319d936b-4c97-4d05-ad2b-d02721bbec8f" providerId="ADAL" clId="{E8204165-5A88-7041-B173-F49F8E46C51D}" dt="2024-03-11T15:35:32.988" v="54"/>
          <pc:sldLayoutMkLst>
            <pc:docMk/>
            <pc:sldMasterMk cId="1693028746" sldId="2147483648"/>
            <pc:sldLayoutMk cId="787768259" sldId="2147483655"/>
          </pc:sldLayoutMkLst>
          <pc:spChg chg="mod">
            <ac:chgData name="Daniela Osorio C." userId="319d936b-4c97-4d05-ad2b-d02721bbec8f" providerId="ADAL" clId="{E8204165-5A88-7041-B173-F49F8E46C51D}" dt="2024-03-08T15:55:15.063" v="8" actId="207"/>
            <ac:spMkLst>
              <pc:docMk/>
              <pc:sldMasterMk cId="1693028746" sldId="2147483648"/>
              <pc:sldLayoutMk cId="787768259" sldId="2147483655"/>
              <ac:spMk id="7" creationId="{40797CDF-FB5B-73C1-E558-E89BA99B7029}"/>
            </ac:spMkLst>
          </pc:spChg>
          <pc:spChg chg="mod">
            <ac:chgData name="Daniela Osorio C." userId="319d936b-4c97-4d05-ad2b-d02721bbec8f" providerId="ADAL" clId="{E8204165-5A88-7041-B173-F49F8E46C51D}" dt="2024-03-08T15:55:15.063" v="8" actId="207"/>
            <ac:spMkLst>
              <pc:docMk/>
              <pc:sldMasterMk cId="1693028746" sldId="2147483648"/>
              <pc:sldLayoutMk cId="787768259" sldId="2147483655"/>
              <ac:spMk id="12" creationId="{EF32CCDA-7D4E-CFAF-567E-53011A66186E}"/>
            </ac:spMkLst>
          </pc:spChg>
        </pc:sldLayoutChg>
        <pc:sldLayoutChg chg="modSp mod setBg">
          <pc:chgData name="Daniela Osorio C." userId="319d936b-4c97-4d05-ad2b-d02721bbec8f" providerId="ADAL" clId="{E8204165-5A88-7041-B173-F49F8E46C51D}" dt="2024-03-08T16:01:14.956" v="50"/>
          <pc:sldLayoutMkLst>
            <pc:docMk/>
            <pc:sldMasterMk cId="1693028746" sldId="2147483648"/>
            <pc:sldLayoutMk cId="2395459408" sldId="2147483656"/>
          </pc:sldLayoutMkLst>
          <pc:spChg chg="mod">
            <ac:chgData name="Daniela Osorio C." userId="319d936b-4c97-4d05-ad2b-d02721bbec8f" providerId="ADAL" clId="{E8204165-5A88-7041-B173-F49F8E46C51D}" dt="2024-03-08T15:55:06.013" v="6" actId="207"/>
            <ac:spMkLst>
              <pc:docMk/>
              <pc:sldMasterMk cId="1693028746" sldId="2147483648"/>
              <pc:sldLayoutMk cId="2395459408" sldId="2147483656"/>
              <ac:spMk id="7" creationId="{40797CDF-FB5B-73C1-E558-E89BA99B7029}"/>
            </ac:spMkLst>
          </pc:spChg>
          <pc:spChg chg="mod">
            <ac:chgData name="Daniela Osorio C." userId="319d936b-4c97-4d05-ad2b-d02721bbec8f" providerId="ADAL" clId="{E8204165-5A88-7041-B173-F49F8E46C51D}" dt="2024-03-08T15:55:03.288" v="5" actId="207"/>
            <ac:spMkLst>
              <pc:docMk/>
              <pc:sldMasterMk cId="1693028746" sldId="2147483648"/>
              <pc:sldLayoutMk cId="2395459408" sldId="2147483656"/>
              <ac:spMk id="12" creationId="{EF32CCDA-7D4E-CFAF-567E-53011A66186E}"/>
            </ac:spMkLst>
          </pc:spChg>
        </pc:sldLayoutChg>
        <pc:sldLayoutChg chg="modSp mod setBg">
          <pc:chgData name="Daniela Osorio C." userId="319d936b-4c97-4d05-ad2b-d02721bbec8f" providerId="ADAL" clId="{E8204165-5A88-7041-B173-F49F8E46C51D}" dt="2024-03-11T15:33:47.252" v="52"/>
          <pc:sldLayoutMkLst>
            <pc:docMk/>
            <pc:sldMasterMk cId="1693028746" sldId="2147483648"/>
            <pc:sldLayoutMk cId="1558819832" sldId="2147483657"/>
          </pc:sldLayoutMkLst>
          <pc:spChg chg="mod">
            <ac:chgData name="Daniela Osorio C." userId="319d936b-4c97-4d05-ad2b-d02721bbec8f" providerId="ADAL" clId="{E8204165-5A88-7041-B173-F49F8E46C51D}" dt="2024-03-08T15:55:10.219" v="7" actId="207"/>
            <ac:spMkLst>
              <pc:docMk/>
              <pc:sldMasterMk cId="1693028746" sldId="2147483648"/>
              <pc:sldLayoutMk cId="1558819832" sldId="2147483657"/>
              <ac:spMk id="7" creationId="{40797CDF-FB5B-73C1-E558-E89BA99B7029}"/>
            </ac:spMkLst>
          </pc:spChg>
          <pc:spChg chg="mod">
            <ac:chgData name="Daniela Osorio C." userId="319d936b-4c97-4d05-ad2b-d02721bbec8f" providerId="ADAL" clId="{E8204165-5A88-7041-B173-F49F8E46C51D}" dt="2024-03-08T15:55:10.219" v="7" actId="207"/>
            <ac:spMkLst>
              <pc:docMk/>
              <pc:sldMasterMk cId="1693028746" sldId="2147483648"/>
              <pc:sldLayoutMk cId="1558819832" sldId="2147483657"/>
              <ac:spMk id="12" creationId="{EF32CCDA-7D4E-CFAF-567E-53011A66186E}"/>
            </ac:spMkLst>
          </pc:spChg>
        </pc:sldLayoutChg>
      </pc:sldMasterChg>
    </pc:docChg>
  </pc:docChgLst>
  <pc:docChgLst>
    <pc:chgData name="Daniela Osorio C." userId="319d936b-4c97-4d05-ad2b-d02721bbec8f" providerId="ADAL" clId="{101E4E8F-6946-8443-AB48-7F4B968E300F}"/>
    <pc:docChg chg="undo custSel addSld delSld modSld modMainMaster">
      <pc:chgData name="Daniela Osorio C." userId="319d936b-4c97-4d05-ad2b-d02721bbec8f" providerId="ADAL" clId="{101E4E8F-6946-8443-AB48-7F4B968E300F}" dt="2024-03-08T15:09:48.162" v="204" actId="478"/>
      <pc:docMkLst>
        <pc:docMk/>
      </pc:docMkLst>
      <pc:sldChg chg="delSp del mod">
        <pc:chgData name="Daniela Osorio C." userId="319d936b-4c97-4d05-ad2b-d02721bbec8f" providerId="ADAL" clId="{101E4E8F-6946-8443-AB48-7F4B968E300F}" dt="2024-03-07T20:49:49.436" v="106" actId="2696"/>
        <pc:sldMkLst>
          <pc:docMk/>
          <pc:sldMk cId="2627523701" sldId="258"/>
        </pc:sldMkLst>
        <pc:spChg chg="del">
          <ac:chgData name="Daniela Osorio C." userId="319d936b-4c97-4d05-ad2b-d02721bbec8f" providerId="ADAL" clId="{101E4E8F-6946-8443-AB48-7F4B968E300F}" dt="2024-03-07T20:49:40.688" v="103" actId="478"/>
          <ac:spMkLst>
            <pc:docMk/>
            <pc:sldMk cId="2627523701" sldId="258"/>
            <ac:spMk id="2" creationId="{25EEA2D1-28D6-E498-DB1C-46A58530CCA1}"/>
          </ac:spMkLst>
        </pc:spChg>
        <pc:spChg chg="del">
          <ac:chgData name="Daniela Osorio C." userId="319d936b-4c97-4d05-ad2b-d02721bbec8f" providerId="ADAL" clId="{101E4E8F-6946-8443-AB48-7F4B968E300F}" dt="2024-03-07T20:49:37.661" v="102" actId="478"/>
          <ac:spMkLst>
            <pc:docMk/>
            <pc:sldMk cId="2627523701" sldId="258"/>
            <ac:spMk id="3" creationId="{8E46ACC2-F59F-B902-21FF-8AEE1DFAB558}"/>
          </ac:spMkLst>
        </pc:spChg>
      </pc:sldChg>
      <pc:sldChg chg="del">
        <pc:chgData name="Daniela Osorio C." userId="319d936b-4c97-4d05-ad2b-d02721bbec8f" providerId="ADAL" clId="{101E4E8F-6946-8443-AB48-7F4B968E300F}" dt="2024-03-08T14:59:07.789" v="169" actId="2696"/>
        <pc:sldMkLst>
          <pc:docMk/>
          <pc:sldMk cId="665396211" sldId="265"/>
        </pc:sldMkLst>
      </pc:sldChg>
      <pc:sldChg chg="del">
        <pc:chgData name="Daniela Osorio C." userId="319d936b-4c97-4d05-ad2b-d02721bbec8f" providerId="ADAL" clId="{101E4E8F-6946-8443-AB48-7F4B968E300F}" dt="2024-03-08T14:59:12.236" v="171" actId="2696"/>
        <pc:sldMkLst>
          <pc:docMk/>
          <pc:sldMk cId="3582569794" sldId="266"/>
        </pc:sldMkLst>
      </pc:sldChg>
      <pc:sldChg chg="new del">
        <pc:chgData name="Daniela Osorio C." userId="319d936b-4c97-4d05-ad2b-d02721bbec8f" providerId="ADAL" clId="{101E4E8F-6946-8443-AB48-7F4B968E300F}" dt="2024-03-07T20:49:50.646" v="107" actId="2696"/>
        <pc:sldMkLst>
          <pc:docMk/>
          <pc:sldMk cId="83904724" sldId="268"/>
        </pc:sldMkLst>
      </pc:sldChg>
      <pc:sldChg chg="addSp modSp new">
        <pc:chgData name="Daniela Osorio C." userId="319d936b-4c97-4d05-ad2b-d02721bbec8f" providerId="ADAL" clId="{101E4E8F-6946-8443-AB48-7F4B968E300F}" dt="2024-03-08T15:01:03.879" v="185" actId="767"/>
        <pc:sldMkLst>
          <pc:docMk/>
          <pc:sldMk cId="430418543" sldId="269"/>
        </pc:sldMkLst>
        <pc:spChg chg="add mod">
          <ac:chgData name="Daniela Osorio C." userId="319d936b-4c97-4d05-ad2b-d02721bbec8f" providerId="ADAL" clId="{101E4E8F-6946-8443-AB48-7F4B968E300F}" dt="2024-03-08T15:01:03.879" v="185" actId="767"/>
          <ac:spMkLst>
            <pc:docMk/>
            <pc:sldMk cId="430418543" sldId="269"/>
            <ac:spMk id="3" creationId="{B128AD5F-2BB2-772E-47B7-5A5F192D28F0}"/>
          </ac:spMkLst>
        </pc:spChg>
      </pc:sldChg>
      <pc:sldChg chg="new del">
        <pc:chgData name="Daniela Osorio C." userId="319d936b-4c97-4d05-ad2b-d02721bbec8f" providerId="ADAL" clId="{101E4E8F-6946-8443-AB48-7F4B968E300F}" dt="2024-03-07T20:50:15.240" v="124" actId="2696"/>
        <pc:sldMkLst>
          <pc:docMk/>
          <pc:sldMk cId="1631236252" sldId="270"/>
        </pc:sldMkLst>
      </pc:sldChg>
      <pc:sldChg chg="new">
        <pc:chgData name="Daniela Osorio C." userId="319d936b-4c97-4d05-ad2b-d02721bbec8f" providerId="ADAL" clId="{101E4E8F-6946-8443-AB48-7F4B968E300F}" dt="2024-03-08T14:59:04.567" v="168" actId="680"/>
        <pc:sldMkLst>
          <pc:docMk/>
          <pc:sldMk cId="1795622692" sldId="270"/>
        </pc:sldMkLst>
      </pc:sldChg>
      <pc:sldChg chg="new">
        <pc:chgData name="Daniela Osorio C." userId="319d936b-4c97-4d05-ad2b-d02721bbec8f" providerId="ADAL" clId="{101E4E8F-6946-8443-AB48-7F4B968E300F}" dt="2024-03-08T14:59:10.965" v="170" actId="680"/>
        <pc:sldMkLst>
          <pc:docMk/>
          <pc:sldMk cId="2640507694" sldId="271"/>
        </pc:sldMkLst>
      </pc:sldChg>
      <pc:sldChg chg="new del">
        <pc:chgData name="Daniela Osorio C." userId="319d936b-4c97-4d05-ad2b-d02721bbec8f" providerId="ADAL" clId="{101E4E8F-6946-8443-AB48-7F4B968E300F}" dt="2024-03-08T14:59:21.942" v="173" actId="2696"/>
        <pc:sldMkLst>
          <pc:docMk/>
          <pc:sldMk cId="308002292" sldId="272"/>
        </pc:sldMkLst>
      </pc:sldChg>
      <pc:sldMasterChg chg="modSldLayout sldLayoutOrd">
        <pc:chgData name="Daniela Osorio C." userId="319d936b-4c97-4d05-ad2b-d02721bbec8f" providerId="ADAL" clId="{101E4E8F-6946-8443-AB48-7F4B968E300F}" dt="2024-03-08T15:09:48.162" v="204" actId="478"/>
        <pc:sldMasterMkLst>
          <pc:docMk/>
          <pc:sldMasterMk cId="1693028746" sldId="2147483648"/>
        </pc:sldMasterMkLst>
        <pc:sldLayoutChg chg="addSp delSp modSp mod setBg">
          <pc:chgData name="Daniela Osorio C." userId="319d936b-4c97-4d05-ad2b-d02721bbec8f" providerId="ADAL" clId="{101E4E8F-6946-8443-AB48-7F4B968E300F}" dt="2024-03-08T15:09:48.162" v="204" actId="478"/>
          <pc:sldLayoutMkLst>
            <pc:docMk/>
            <pc:sldMasterMk cId="1693028746" sldId="2147483648"/>
            <pc:sldLayoutMk cId="2606120192" sldId="2147483649"/>
          </pc:sldLayoutMkLst>
          <pc:spChg chg="add del mod">
            <ac:chgData name="Daniela Osorio C." userId="319d936b-4c97-4d05-ad2b-d02721bbec8f" providerId="ADAL" clId="{101E4E8F-6946-8443-AB48-7F4B968E300F}" dt="2024-03-07T20:45:31.307" v="63" actId="478"/>
            <ac:spMkLst>
              <pc:docMk/>
              <pc:sldMasterMk cId="1693028746" sldId="2147483648"/>
              <pc:sldLayoutMk cId="2606120192" sldId="2147483649"/>
              <ac:spMk id="2" creationId="{09CA7AF9-7BFD-07D1-D77F-9B6D2487C1EB}"/>
            </ac:spMkLst>
          </pc:spChg>
          <pc:spChg chg="add del mod">
            <ac:chgData name="Daniela Osorio C." userId="319d936b-4c97-4d05-ad2b-d02721bbec8f" providerId="ADAL" clId="{101E4E8F-6946-8443-AB48-7F4B968E300F}" dt="2024-03-08T14:58:32.832" v="151" actId="478"/>
            <ac:spMkLst>
              <pc:docMk/>
              <pc:sldMasterMk cId="1693028746" sldId="2147483648"/>
              <pc:sldLayoutMk cId="2606120192" sldId="2147483649"/>
              <ac:spMk id="2" creationId="{11200017-4BB7-8F7E-9303-01D20A802ED3}"/>
            </ac:spMkLst>
          </pc:spChg>
          <pc:spChg chg="add del mod">
            <ac:chgData name="Daniela Osorio C." userId="319d936b-4c97-4d05-ad2b-d02721bbec8f" providerId="ADAL" clId="{101E4E8F-6946-8443-AB48-7F4B968E300F}" dt="2024-03-07T20:35:56.418" v="8" actId="478"/>
            <ac:spMkLst>
              <pc:docMk/>
              <pc:sldMasterMk cId="1693028746" sldId="2147483648"/>
              <pc:sldLayoutMk cId="2606120192" sldId="2147483649"/>
              <ac:spMk id="3" creationId="{7FE07522-CB3C-DFE6-ECDD-E8DC707C4597}"/>
            </ac:spMkLst>
          </pc:spChg>
          <pc:spChg chg="add del mod">
            <ac:chgData name="Daniela Osorio C." userId="319d936b-4c97-4d05-ad2b-d02721bbec8f" providerId="ADAL" clId="{101E4E8F-6946-8443-AB48-7F4B968E300F}" dt="2024-03-08T14:59:31.141" v="174" actId="478"/>
            <ac:spMkLst>
              <pc:docMk/>
              <pc:sldMasterMk cId="1693028746" sldId="2147483648"/>
              <pc:sldLayoutMk cId="2606120192" sldId="2147483649"/>
              <ac:spMk id="3" creationId="{9B15DE28-522A-08A7-230D-7B3DB3CC8F53}"/>
            </ac:spMkLst>
          </pc:spChg>
          <pc:spChg chg="add del mod">
            <ac:chgData name="Daniela Osorio C." userId="319d936b-4c97-4d05-ad2b-d02721bbec8f" providerId="ADAL" clId="{101E4E8F-6946-8443-AB48-7F4B968E300F}" dt="2024-03-08T15:01:11.272" v="186" actId="478"/>
            <ac:spMkLst>
              <pc:docMk/>
              <pc:sldMasterMk cId="1693028746" sldId="2147483648"/>
              <pc:sldLayoutMk cId="2606120192" sldId="2147483649"/>
              <ac:spMk id="4" creationId="{07C97E7F-887E-ABEF-4643-55E2E4D217A7}"/>
            </ac:spMkLst>
          </pc:spChg>
          <pc:spChg chg="add del mod">
            <ac:chgData name="Daniela Osorio C." userId="319d936b-4c97-4d05-ad2b-d02721bbec8f" providerId="ADAL" clId="{101E4E8F-6946-8443-AB48-7F4B968E300F}" dt="2024-03-07T20:35:55.237" v="6" actId="478"/>
            <ac:spMkLst>
              <pc:docMk/>
              <pc:sldMasterMk cId="1693028746" sldId="2147483648"/>
              <pc:sldLayoutMk cId="2606120192" sldId="2147483649"/>
              <ac:spMk id="4" creationId="{3311076F-F4A8-B866-9E98-A7EBCF68F4EA}"/>
            </ac:spMkLst>
          </pc:spChg>
          <pc:spChg chg="add mod">
            <ac:chgData name="Daniela Osorio C." userId="319d936b-4c97-4d05-ad2b-d02721bbec8f" providerId="ADAL" clId="{101E4E8F-6946-8443-AB48-7F4B968E300F}" dt="2024-03-07T20:50:39.727" v="129" actId="34135"/>
            <ac:spMkLst>
              <pc:docMk/>
              <pc:sldMasterMk cId="1693028746" sldId="2147483648"/>
              <pc:sldLayoutMk cId="2606120192" sldId="2147483649"/>
              <ac:spMk id="5" creationId="{EA07B88F-3442-88EF-4332-8188DAED77CC}"/>
            </ac:spMkLst>
          </pc:spChg>
          <pc:spChg chg="add mod">
            <ac:chgData name="Daniela Osorio C." userId="319d936b-4c97-4d05-ad2b-d02721bbec8f" providerId="ADAL" clId="{101E4E8F-6946-8443-AB48-7F4B968E300F}" dt="2024-03-07T20:49:15.423" v="98" actId="207"/>
            <ac:spMkLst>
              <pc:docMk/>
              <pc:sldMasterMk cId="1693028746" sldId="2147483648"/>
              <pc:sldLayoutMk cId="2606120192" sldId="2147483649"/>
              <ac:spMk id="6" creationId="{FC350248-3FB5-3C6F-8D72-BDEA02FE930A}"/>
            </ac:spMkLst>
          </pc:spChg>
          <pc:spChg chg="del">
            <ac:chgData name="Daniela Osorio C." userId="319d936b-4c97-4d05-ad2b-d02721bbec8f" providerId="ADAL" clId="{101E4E8F-6946-8443-AB48-7F4B968E300F}" dt="2024-03-07T20:36:31.182" v="18" actId="478"/>
            <ac:spMkLst>
              <pc:docMk/>
              <pc:sldMasterMk cId="1693028746" sldId="2147483648"/>
              <pc:sldLayoutMk cId="2606120192" sldId="2147483649"/>
              <ac:spMk id="9" creationId="{3816F564-B64A-4618-7592-2A6B8CEB9C41}"/>
            </ac:spMkLst>
          </pc:spChg>
          <pc:spChg chg="add mod">
            <ac:chgData name="Daniela Osorio C." userId="319d936b-4c97-4d05-ad2b-d02721bbec8f" providerId="ADAL" clId="{101E4E8F-6946-8443-AB48-7F4B968E300F}" dt="2024-03-08T15:01:18.527" v="188" actId="571"/>
            <ac:spMkLst>
              <pc:docMk/>
              <pc:sldMasterMk cId="1693028746" sldId="2147483648"/>
              <pc:sldLayoutMk cId="2606120192" sldId="2147483649"/>
              <ac:spMk id="9" creationId="{50529B01-E9A4-D7BE-AC46-8362F572B79B}"/>
            </ac:spMkLst>
          </pc:spChg>
          <pc:spChg chg="add del mod">
            <ac:chgData name="Daniela Osorio C." userId="319d936b-4c97-4d05-ad2b-d02721bbec8f" providerId="ADAL" clId="{101E4E8F-6946-8443-AB48-7F4B968E300F}" dt="2024-03-08T15:09:38.814" v="202" actId="478"/>
            <ac:spMkLst>
              <pc:docMk/>
              <pc:sldMasterMk cId="1693028746" sldId="2147483648"/>
              <pc:sldLayoutMk cId="2606120192" sldId="2147483649"/>
              <ac:spMk id="10" creationId="{B1C91428-3D90-A4E8-7199-72B6E52DE707}"/>
            </ac:spMkLst>
          </pc:spChg>
          <pc:spChg chg="del mod">
            <ac:chgData name="Daniela Osorio C." userId="319d936b-4c97-4d05-ad2b-d02721bbec8f" providerId="ADAL" clId="{101E4E8F-6946-8443-AB48-7F4B968E300F}" dt="2024-03-07T20:36:25.972" v="15" actId="478"/>
            <ac:spMkLst>
              <pc:docMk/>
              <pc:sldMasterMk cId="1693028746" sldId="2147483648"/>
              <pc:sldLayoutMk cId="2606120192" sldId="2147483649"/>
              <ac:spMk id="10" creationId="{E4945C69-40F3-B92B-A27A-B87A3D9731D7}"/>
            </ac:spMkLst>
          </pc:spChg>
          <pc:spChg chg="del">
            <ac:chgData name="Daniela Osorio C." userId="319d936b-4c97-4d05-ad2b-d02721bbec8f" providerId="ADAL" clId="{101E4E8F-6946-8443-AB48-7F4B968E300F}" dt="2024-03-07T20:36:33.443" v="20" actId="478"/>
            <ac:spMkLst>
              <pc:docMk/>
              <pc:sldMasterMk cId="1693028746" sldId="2147483648"/>
              <pc:sldLayoutMk cId="2606120192" sldId="2147483649"/>
              <ac:spMk id="12" creationId="{366F94F7-4E1E-FA90-A326-481A71619313}"/>
            </ac:spMkLst>
          </pc:spChg>
          <pc:spChg chg="add del mod">
            <ac:chgData name="Daniela Osorio C." userId="319d936b-4c97-4d05-ad2b-d02721bbec8f" providerId="ADAL" clId="{101E4E8F-6946-8443-AB48-7F4B968E300F}" dt="2024-03-08T15:09:48.162" v="204" actId="478"/>
            <ac:spMkLst>
              <pc:docMk/>
              <pc:sldMasterMk cId="1693028746" sldId="2147483648"/>
              <pc:sldLayoutMk cId="2606120192" sldId="2147483649"/>
              <ac:spMk id="12" creationId="{9C7A6C4C-8A4A-FFFF-DAEE-34F47C37A1C3}"/>
            </ac:spMkLst>
          </pc:spChg>
          <pc:spChg chg="add mod">
            <ac:chgData name="Daniela Osorio C." userId="319d936b-4c97-4d05-ad2b-d02721bbec8f" providerId="ADAL" clId="{101E4E8F-6946-8443-AB48-7F4B968E300F}" dt="2024-03-07T20:48:59.666" v="95" actId="1076"/>
            <ac:spMkLst>
              <pc:docMk/>
              <pc:sldMasterMk cId="1693028746" sldId="2147483648"/>
              <pc:sldLayoutMk cId="2606120192" sldId="2147483649"/>
              <ac:spMk id="13" creationId="{F586EB83-3340-7C71-15A1-A44304B30029}"/>
            </ac:spMkLst>
          </pc:spChg>
          <pc:spChg chg="add del mod">
            <ac:chgData name="Daniela Osorio C." userId="319d936b-4c97-4d05-ad2b-d02721bbec8f" providerId="ADAL" clId="{101E4E8F-6946-8443-AB48-7F4B968E300F}" dt="2024-03-07T20:39:12.744" v="55" actId="478"/>
            <ac:spMkLst>
              <pc:docMk/>
              <pc:sldMasterMk cId="1693028746" sldId="2147483648"/>
              <pc:sldLayoutMk cId="2606120192" sldId="2147483649"/>
              <ac:spMk id="14" creationId="{55042420-4ABE-2C02-80C6-0C983E051399}"/>
            </ac:spMkLst>
          </pc:spChg>
          <pc:spChg chg="add del mod">
            <ac:chgData name="Daniela Osorio C." userId="319d936b-4c97-4d05-ad2b-d02721bbec8f" providerId="ADAL" clId="{101E4E8F-6946-8443-AB48-7F4B968E300F}" dt="2024-03-08T14:58:13.207" v="145" actId="478"/>
            <ac:spMkLst>
              <pc:docMk/>
              <pc:sldMasterMk cId="1693028746" sldId="2147483648"/>
              <pc:sldLayoutMk cId="2606120192" sldId="2147483649"/>
              <ac:spMk id="15" creationId="{DE6CBF63-56A5-36ED-B5F1-BABD286EBE20}"/>
            </ac:spMkLst>
          </pc:spChg>
          <pc:spChg chg="del">
            <ac:chgData name="Daniela Osorio C." userId="319d936b-4c97-4d05-ad2b-d02721bbec8f" providerId="ADAL" clId="{101E4E8F-6946-8443-AB48-7F4B968E300F}" dt="2024-03-07T20:36:28.831" v="17" actId="478"/>
            <ac:spMkLst>
              <pc:docMk/>
              <pc:sldMasterMk cId="1693028746" sldId="2147483648"/>
              <pc:sldLayoutMk cId="2606120192" sldId="2147483649"/>
              <ac:spMk id="18" creationId="{5815C0CE-7454-7281-AD35-B75725BE0DCA}"/>
            </ac:spMkLst>
          </pc:spChg>
          <pc:spChg chg="del">
            <ac:chgData name="Daniela Osorio C." userId="319d936b-4c97-4d05-ad2b-d02721bbec8f" providerId="ADAL" clId="{101E4E8F-6946-8443-AB48-7F4B968E300F}" dt="2024-03-07T20:36:32.385" v="19" actId="478"/>
            <ac:spMkLst>
              <pc:docMk/>
              <pc:sldMasterMk cId="1693028746" sldId="2147483648"/>
              <pc:sldLayoutMk cId="2606120192" sldId="2147483649"/>
              <ac:spMk id="19" creationId="{46C5A25D-3B2A-B95A-98EE-13434CE2350E}"/>
            </ac:spMkLst>
          </pc:spChg>
          <pc:spChg chg="add mod">
            <ac:chgData name="Daniela Osorio C." userId="319d936b-4c97-4d05-ad2b-d02721bbec8f" providerId="ADAL" clId="{101E4E8F-6946-8443-AB48-7F4B968E300F}" dt="2024-03-07T20:50:35.847" v="128" actId="571"/>
            <ac:spMkLst>
              <pc:docMk/>
              <pc:sldMasterMk cId="1693028746" sldId="2147483648"/>
              <pc:sldLayoutMk cId="2606120192" sldId="2147483649"/>
              <ac:spMk id="24" creationId="{6A1A9ACA-EF50-5A29-C0EE-7B779A2AF467}"/>
            </ac:spMkLst>
          </pc:spChg>
          <pc:picChg chg="mod">
            <ac:chgData name="Daniela Osorio C." userId="319d936b-4c97-4d05-ad2b-d02721bbec8f" providerId="ADAL" clId="{101E4E8F-6946-8443-AB48-7F4B968E300F}" dt="2024-03-07T20:50:49.837" v="130" actId="1076"/>
            <ac:picMkLst>
              <pc:docMk/>
              <pc:sldMasterMk cId="1693028746" sldId="2147483648"/>
              <pc:sldLayoutMk cId="2606120192" sldId="2147483649"/>
              <ac:picMk id="8" creationId="{8B1A2DB8-9B24-4654-F33A-1376883E1479}"/>
            </ac:picMkLst>
          </pc:picChg>
          <pc:picChg chg="mod">
            <ac:chgData name="Daniela Osorio C." userId="319d936b-4c97-4d05-ad2b-d02721bbec8f" providerId="ADAL" clId="{101E4E8F-6946-8443-AB48-7F4B968E300F}" dt="2024-03-07T20:38:02.340" v="46" actId="12789"/>
            <ac:picMkLst>
              <pc:docMk/>
              <pc:sldMasterMk cId="1693028746" sldId="2147483648"/>
              <pc:sldLayoutMk cId="2606120192" sldId="2147483649"/>
              <ac:picMk id="11" creationId="{9057CAB5-419B-D16F-C185-A2D3C653D2A9}"/>
            </ac:picMkLst>
          </pc:picChg>
          <pc:picChg chg="add mod">
            <ac:chgData name="Daniela Osorio C." userId="319d936b-4c97-4d05-ad2b-d02721bbec8f" providerId="ADAL" clId="{101E4E8F-6946-8443-AB48-7F4B968E300F}" dt="2024-03-07T20:48:31.520" v="82" actId="571"/>
            <ac:picMkLst>
              <pc:docMk/>
              <pc:sldMasterMk cId="1693028746" sldId="2147483648"/>
              <pc:sldLayoutMk cId="2606120192" sldId="2147483649"/>
              <ac:picMk id="20" creationId="{E0C50A8D-8BAD-AD41-2CA3-A56DE0080039}"/>
            </ac:picMkLst>
          </pc:picChg>
          <pc:picChg chg="add mod">
            <ac:chgData name="Daniela Osorio C." userId="319d936b-4c97-4d05-ad2b-d02721bbec8f" providerId="ADAL" clId="{101E4E8F-6946-8443-AB48-7F4B968E300F}" dt="2024-03-07T20:48:46.303" v="92" actId="571"/>
            <ac:picMkLst>
              <pc:docMk/>
              <pc:sldMasterMk cId="1693028746" sldId="2147483648"/>
              <pc:sldLayoutMk cId="2606120192" sldId="2147483649"/>
              <ac:picMk id="21" creationId="{58A43E03-FCEB-C4BC-952A-2EF29627CEA1}"/>
            </ac:picMkLst>
          </pc:picChg>
          <pc:cxnChg chg="add mod">
            <ac:chgData name="Daniela Osorio C." userId="319d936b-4c97-4d05-ad2b-d02721bbec8f" providerId="ADAL" clId="{101E4E8F-6946-8443-AB48-7F4B968E300F}" dt="2024-03-07T20:49:27.074" v="101" actId="14100"/>
            <ac:cxnSpMkLst>
              <pc:docMk/>
              <pc:sldMasterMk cId="1693028746" sldId="2147483648"/>
              <pc:sldLayoutMk cId="2606120192" sldId="2147483649"/>
              <ac:cxnSpMk id="7" creationId="{FF0FCBE2-3DBD-0281-D2F5-F0C94CE8BC2D}"/>
            </ac:cxnSpMkLst>
          </pc:cxnChg>
          <pc:cxnChg chg="del">
            <ac:chgData name="Daniela Osorio C." userId="319d936b-4c97-4d05-ad2b-d02721bbec8f" providerId="ADAL" clId="{101E4E8F-6946-8443-AB48-7F4B968E300F}" dt="2024-03-07T20:36:26.693" v="16" actId="478"/>
            <ac:cxnSpMkLst>
              <pc:docMk/>
              <pc:sldMasterMk cId="1693028746" sldId="2147483648"/>
              <pc:sldLayoutMk cId="2606120192" sldId="2147483649"/>
              <ac:cxnSpMk id="16" creationId="{2964AD85-DED8-C9C1-CB5E-9D1B94BD0908}"/>
            </ac:cxnSpMkLst>
          </pc:cxnChg>
        </pc:sldLayoutChg>
        <pc:sldLayoutChg chg="modSp mod">
          <pc:chgData name="Daniela Osorio C." userId="319d936b-4c97-4d05-ad2b-d02721bbec8f" providerId="ADAL" clId="{101E4E8F-6946-8443-AB48-7F4B968E300F}" dt="2024-03-08T12:29:11.634" v="131" actId="1076"/>
          <pc:sldLayoutMkLst>
            <pc:docMk/>
            <pc:sldMasterMk cId="1693028746" sldId="2147483648"/>
            <pc:sldLayoutMk cId="3652869427" sldId="2147483651"/>
          </pc:sldLayoutMkLst>
          <pc:spChg chg="mod">
            <ac:chgData name="Daniela Osorio C." userId="319d936b-4c97-4d05-ad2b-d02721bbec8f" providerId="ADAL" clId="{101E4E8F-6946-8443-AB48-7F4B968E300F}" dt="2024-03-08T12:29:11.634" v="131" actId="1076"/>
            <ac:spMkLst>
              <pc:docMk/>
              <pc:sldMasterMk cId="1693028746" sldId="2147483648"/>
              <pc:sldLayoutMk cId="3652869427" sldId="2147483651"/>
              <ac:spMk id="2" creationId="{C97BCC7D-6F08-8B7A-0AE6-494B19B085FA}"/>
            </ac:spMkLst>
          </pc:spChg>
        </pc:sldLayoutChg>
        <pc:sldLayoutChg chg="modSp mod">
          <pc:chgData name="Daniela Osorio C." userId="319d936b-4c97-4d05-ad2b-d02721bbec8f" providerId="ADAL" clId="{101E4E8F-6946-8443-AB48-7F4B968E300F}" dt="2024-03-07T20:36:41.038" v="23" actId="1076"/>
          <pc:sldLayoutMkLst>
            <pc:docMk/>
            <pc:sldMasterMk cId="1693028746" sldId="2147483648"/>
            <pc:sldLayoutMk cId="1232603797" sldId="2147483653"/>
          </pc:sldLayoutMkLst>
          <pc:spChg chg="mod">
            <ac:chgData name="Daniela Osorio C." userId="319d936b-4c97-4d05-ad2b-d02721bbec8f" providerId="ADAL" clId="{101E4E8F-6946-8443-AB48-7F4B968E300F}" dt="2024-03-07T20:36:41.038" v="23" actId="1076"/>
            <ac:spMkLst>
              <pc:docMk/>
              <pc:sldMasterMk cId="1693028746" sldId="2147483648"/>
              <pc:sldLayoutMk cId="1232603797" sldId="2147483653"/>
              <ac:spMk id="2" creationId="{C97BCC7D-6F08-8B7A-0AE6-494B19B085FA}"/>
            </ac:spMkLst>
          </pc:spChg>
        </pc:sldLayoutChg>
        <pc:sldLayoutChg chg="setBg">
          <pc:chgData name="Daniela Osorio C." userId="319d936b-4c97-4d05-ad2b-d02721bbec8f" providerId="ADAL" clId="{101E4E8F-6946-8443-AB48-7F4B968E300F}" dt="2024-03-08T14:24:26.467" v="133"/>
          <pc:sldLayoutMkLst>
            <pc:docMk/>
            <pc:sldMasterMk cId="1693028746" sldId="2147483648"/>
            <pc:sldLayoutMk cId="3557603587" sldId="2147483654"/>
          </pc:sldLayoutMkLst>
        </pc:sldLayoutChg>
        <pc:sldLayoutChg chg="modSp mod setBg">
          <pc:chgData name="Daniela Osorio C." userId="319d936b-4c97-4d05-ad2b-d02721bbec8f" providerId="ADAL" clId="{101E4E8F-6946-8443-AB48-7F4B968E300F}" dt="2024-03-08T14:53:56.797" v="144" actId="20577"/>
          <pc:sldLayoutMkLst>
            <pc:docMk/>
            <pc:sldMasterMk cId="1693028746" sldId="2147483648"/>
            <pc:sldLayoutMk cId="787768259" sldId="2147483655"/>
          </pc:sldLayoutMkLst>
          <pc:spChg chg="mod">
            <ac:chgData name="Daniela Osorio C." userId="319d936b-4c97-4d05-ad2b-d02721bbec8f" providerId="ADAL" clId="{101E4E8F-6946-8443-AB48-7F4B968E300F}" dt="2024-03-08T14:53:56.797" v="144" actId="20577"/>
            <ac:spMkLst>
              <pc:docMk/>
              <pc:sldMasterMk cId="1693028746" sldId="2147483648"/>
              <pc:sldLayoutMk cId="787768259" sldId="2147483655"/>
              <ac:spMk id="11" creationId="{3A54758D-9CC7-9A21-A8E1-CD5CA7F3C268}"/>
            </ac:spMkLst>
          </pc:spChg>
        </pc:sldLayoutChg>
        <pc:sldLayoutChg chg="setBg">
          <pc:chgData name="Daniela Osorio C." userId="319d936b-4c97-4d05-ad2b-d02721bbec8f" providerId="ADAL" clId="{101E4E8F-6946-8443-AB48-7F4B968E300F}" dt="2024-03-08T14:31:38.575" v="135"/>
          <pc:sldLayoutMkLst>
            <pc:docMk/>
            <pc:sldMasterMk cId="1693028746" sldId="2147483648"/>
            <pc:sldLayoutMk cId="2395459408" sldId="2147483656"/>
          </pc:sldLayoutMkLst>
        </pc:sldLayoutChg>
        <pc:sldLayoutChg chg="modSp mod ord setBg">
          <pc:chgData name="Daniela Osorio C." userId="319d936b-4c97-4d05-ad2b-d02721bbec8f" providerId="ADAL" clId="{101E4E8F-6946-8443-AB48-7F4B968E300F}" dt="2024-03-08T14:53:54.053" v="142" actId="20577"/>
          <pc:sldLayoutMkLst>
            <pc:docMk/>
            <pc:sldMasterMk cId="1693028746" sldId="2147483648"/>
            <pc:sldLayoutMk cId="1558819832" sldId="2147483657"/>
          </pc:sldLayoutMkLst>
          <pc:spChg chg="mod">
            <ac:chgData name="Daniela Osorio C." userId="319d936b-4c97-4d05-ad2b-d02721bbec8f" providerId="ADAL" clId="{101E4E8F-6946-8443-AB48-7F4B968E300F}" dt="2024-03-08T14:53:54.053" v="142" actId="20577"/>
            <ac:spMkLst>
              <pc:docMk/>
              <pc:sldMasterMk cId="1693028746" sldId="2147483648"/>
              <pc:sldLayoutMk cId="1558819832" sldId="2147483657"/>
              <ac:spMk id="11" creationId="{3A54758D-9CC7-9A21-A8E1-CD5CA7F3C268}"/>
            </ac:spMkLst>
          </pc:spChg>
        </pc:sldLayoutChg>
      </pc:sldMasterChg>
    </pc:docChg>
  </pc:docChgLst>
  <pc:docChgLst>
    <pc:chgData name="Daniela Osorio C." userId="319d936b-4c97-4d05-ad2b-d02721bbec8f" providerId="ADAL" clId="{E34893D3-6180-814C-89CF-5179DA3135E4}"/>
    <pc:docChg chg="undo custSel modMainMaster">
      <pc:chgData name="Daniela Osorio C." userId="319d936b-4c97-4d05-ad2b-d02721bbec8f" providerId="ADAL" clId="{E34893D3-6180-814C-89CF-5179DA3135E4}" dt="2024-03-15T14:46:14.873" v="105"/>
      <pc:docMkLst>
        <pc:docMk/>
      </pc:docMkLst>
      <pc:sldMasterChg chg="modSldLayout">
        <pc:chgData name="Daniela Osorio C." userId="319d936b-4c97-4d05-ad2b-d02721bbec8f" providerId="ADAL" clId="{E34893D3-6180-814C-89CF-5179DA3135E4}" dt="2024-03-15T14:46:14.873" v="105"/>
        <pc:sldMasterMkLst>
          <pc:docMk/>
          <pc:sldMasterMk cId="1693028746" sldId="2147483648"/>
        </pc:sldMasterMkLst>
        <pc:sldLayoutChg chg="addSp delSp modSp mod setBg">
          <pc:chgData name="Daniela Osorio C." userId="319d936b-4c97-4d05-ad2b-d02721bbec8f" providerId="ADAL" clId="{E34893D3-6180-814C-89CF-5179DA3135E4}" dt="2024-03-15T13:55:32.004" v="44"/>
          <pc:sldLayoutMkLst>
            <pc:docMk/>
            <pc:sldMasterMk cId="1693028746" sldId="2147483648"/>
            <pc:sldLayoutMk cId="2606120192" sldId="2147483649"/>
          </pc:sldLayoutMkLst>
          <pc:spChg chg="mod">
            <ac:chgData name="Daniela Osorio C." userId="319d936b-4c97-4d05-ad2b-d02721bbec8f" providerId="ADAL" clId="{E34893D3-6180-814C-89CF-5179DA3135E4}" dt="2024-03-15T13:42:03.012" v="0" actId="207"/>
            <ac:spMkLst>
              <pc:docMk/>
              <pc:sldMasterMk cId="1693028746" sldId="2147483648"/>
              <pc:sldLayoutMk cId="2606120192" sldId="2147483649"/>
              <ac:spMk id="5" creationId="{EA07B88F-3442-88EF-4332-8188DAED77CC}"/>
            </ac:spMkLst>
          </pc:spChg>
          <pc:picChg chg="add del mod">
            <ac:chgData name="Daniela Osorio C." userId="319d936b-4c97-4d05-ad2b-d02721bbec8f" providerId="ADAL" clId="{E34893D3-6180-814C-89CF-5179DA3135E4}" dt="2024-03-15T13:44:38.948" v="40" actId="21"/>
            <ac:picMkLst>
              <pc:docMk/>
              <pc:sldMasterMk cId="1693028746" sldId="2147483648"/>
              <pc:sldLayoutMk cId="2606120192" sldId="2147483649"/>
              <ac:picMk id="2" creationId="{74599F4B-D1EB-3088-5ABF-90F722C7B8F5}"/>
            </ac:picMkLst>
          </pc:picChg>
          <pc:picChg chg="add mod">
            <ac:chgData name="Daniela Osorio C." userId="319d936b-4c97-4d05-ad2b-d02721bbec8f" providerId="ADAL" clId="{E34893D3-6180-814C-89CF-5179DA3135E4}" dt="2024-03-15T13:44:40.527" v="42"/>
            <ac:picMkLst>
              <pc:docMk/>
              <pc:sldMasterMk cId="1693028746" sldId="2147483648"/>
              <pc:sldLayoutMk cId="2606120192" sldId="2147483649"/>
              <ac:picMk id="3" creationId="{61A12591-91D6-657C-6C3C-E0E264F35539}"/>
            </ac:picMkLst>
          </pc:picChg>
          <pc:picChg chg="del">
            <ac:chgData name="Daniela Osorio C." userId="319d936b-4c97-4d05-ad2b-d02721bbec8f" providerId="ADAL" clId="{E34893D3-6180-814C-89CF-5179DA3135E4}" dt="2024-03-15T13:44:40.265" v="41" actId="478"/>
            <ac:picMkLst>
              <pc:docMk/>
              <pc:sldMasterMk cId="1693028746" sldId="2147483648"/>
              <pc:sldLayoutMk cId="2606120192" sldId="2147483649"/>
              <ac:picMk id="4" creationId="{742F942F-A859-8F5E-EC64-501C5C2715A5}"/>
            </ac:picMkLst>
          </pc:picChg>
        </pc:sldLayoutChg>
        <pc:sldLayoutChg chg="addSp delSp modSp mod">
          <pc:chgData name="Daniela Osorio C." userId="319d936b-4c97-4d05-ad2b-d02721bbec8f" providerId="ADAL" clId="{E34893D3-6180-814C-89CF-5179DA3135E4}" dt="2024-03-15T14:46:14.873" v="105"/>
          <pc:sldLayoutMkLst>
            <pc:docMk/>
            <pc:sldMasterMk cId="1693028746" sldId="2147483648"/>
            <pc:sldLayoutMk cId="4245125461" sldId="2147483650"/>
          </pc:sldLayoutMkLst>
          <pc:spChg chg="mod">
            <ac:chgData name="Daniela Osorio C." userId="319d936b-4c97-4d05-ad2b-d02721bbec8f" providerId="ADAL" clId="{E34893D3-6180-814C-89CF-5179DA3135E4}" dt="2024-03-15T13:42:41.313" v="11" actId="207"/>
            <ac:spMkLst>
              <pc:docMk/>
              <pc:sldMasterMk cId="1693028746" sldId="2147483648"/>
              <pc:sldLayoutMk cId="4245125461" sldId="2147483650"/>
              <ac:spMk id="8" creationId="{D4BF3825-8CDE-15D1-473C-F04253CD9789}"/>
            </ac:spMkLst>
          </pc:spChg>
          <pc:picChg chg="add del mod">
            <ac:chgData name="Daniela Osorio C." userId="319d936b-4c97-4d05-ad2b-d02721bbec8f" providerId="ADAL" clId="{E34893D3-6180-814C-89CF-5179DA3135E4}" dt="2024-03-15T14:46:13.064" v="103" actId="21"/>
            <ac:picMkLst>
              <pc:docMk/>
              <pc:sldMasterMk cId="1693028746" sldId="2147483648"/>
              <pc:sldLayoutMk cId="4245125461" sldId="2147483650"/>
              <ac:picMk id="2" creationId="{C755B46D-8602-73F8-D6CF-DAD83A4CBEEA}"/>
            </ac:picMkLst>
          </pc:picChg>
          <pc:picChg chg="del">
            <ac:chgData name="Daniela Osorio C." userId="319d936b-4c97-4d05-ad2b-d02721bbec8f" providerId="ADAL" clId="{E34893D3-6180-814C-89CF-5179DA3135E4}" dt="2024-03-15T14:46:14.445" v="104" actId="478"/>
            <ac:picMkLst>
              <pc:docMk/>
              <pc:sldMasterMk cId="1693028746" sldId="2147483648"/>
              <pc:sldLayoutMk cId="4245125461" sldId="2147483650"/>
              <ac:picMk id="3" creationId="{095DA7AA-50CC-BFDF-FC83-D23DB7396ABA}"/>
            </ac:picMkLst>
          </pc:picChg>
          <pc:picChg chg="add mod">
            <ac:chgData name="Daniela Osorio C." userId="319d936b-4c97-4d05-ad2b-d02721bbec8f" providerId="ADAL" clId="{E34893D3-6180-814C-89CF-5179DA3135E4}" dt="2024-03-15T14:46:14.873" v="105"/>
            <ac:picMkLst>
              <pc:docMk/>
              <pc:sldMasterMk cId="1693028746" sldId="2147483648"/>
              <pc:sldLayoutMk cId="4245125461" sldId="2147483650"/>
              <ac:picMk id="4" creationId="{4C0BA981-D2ED-A47F-F882-7C7C3B407C17}"/>
            </ac:picMkLst>
          </pc:picChg>
        </pc:sldLayoutChg>
        <pc:sldLayoutChg chg="addSp delSp modSp mod">
          <pc:chgData name="Daniela Osorio C." userId="319d936b-4c97-4d05-ad2b-d02721bbec8f" providerId="ADAL" clId="{E34893D3-6180-814C-89CF-5179DA3135E4}" dt="2024-03-15T14:43:07.006" v="74" actId="12789"/>
          <pc:sldLayoutMkLst>
            <pc:docMk/>
            <pc:sldMasterMk cId="1693028746" sldId="2147483648"/>
            <pc:sldLayoutMk cId="3652869427" sldId="2147483651"/>
          </pc:sldLayoutMkLst>
          <pc:spChg chg="mod">
            <ac:chgData name="Daniela Osorio C." userId="319d936b-4c97-4d05-ad2b-d02721bbec8f" providerId="ADAL" clId="{E34893D3-6180-814C-89CF-5179DA3135E4}" dt="2024-03-15T13:42:45.038" v="12" actId="207"/>
            <ac:spMkLst>
              <pc:docMk/>
              <pc:sldMasterMk cId="1693028746" sldId="2147483648"/>
              <pc:sldLayoutMk cId="3652869427" sldId="2147483651"/>
              <ac:spMk id="3" creationId="{989D0323-C2ED-C0E8-73FE-BEAB8CFEAEB8}"/>
            </ac:spMkLst>
          </pc:spChg>
          <pc:picChg chg="del">
            <ac:chgData name="Daniela Osorio C." userId="319d936b-4c97-4d05-ad2b-d02721bbec8f" providerId="ADAL" clId="{E34893D3-6180-814C-89CF-5179DA3135E4}" dt="2024-03-15T14:43:00.186" v="72" actId="478"/>
            <ac:picMkLst>
              <pc:docMk/>
              <pc:sldMasterMk cId="1693028746" sldId="2147483648"/>
              <pc:sldLayoutMk cId="3652869427" sldId="2147483651"/>
              <ac:picMk id="5" creationId="{DFA3C3F2-3755-9BD8-9640-604AB2195B6E}"/>
            </ac:picMkLst>
          </pc:picChg>
          <pc:picChg chg="add del mod">
            <ac:chgData name="Daniela Osorio C." userId="319d936b-4c97-4d05-ad2b-d02721bbec8f" providerId="ADAL" clId="{E34893D3-6180-814C-89CF-5179DA3135E4}" dt="2024-03-15T14:42:58.161" v="71" actId="21"/>
            <ac:picMkLst>
              <pc:docMk/>
              <pc:sldMasterMk cId="1693028746" sldId="2147483648"/>
              <pc:sldLayoutMk cId="3652869427" sldId="2147483651"/>
              <ac:picMk id="9" creationId="{2942A0A8-437A-9EFA-C60B-6F36C5E2B823}"/>
            </ac:picMkLst>
          </pc:picChg>
          <pc:picChg chg="add mod">
            <ac:chgData name="Daniela Osorio C." userId="319d936b-4c97-4d05-ad2b-d02721bbec8f" providerId="ADAL" clId="{E34893D3-6180-814C-89CF-5179DA3135E4}" dt="2024-03-15T14:43:07.006" v="74" actId="12789"/>
            <ac:picMkLst>
              <pc:docMk/>
              <pc:sldMasterMk cId="1693028746" sldId="2147483648"/>
              <pc:sldLayoutMk cId="3652869427" sldId="2147483651"/>
              <ac:picMk id="10" creationId="{4506DCC7-0663-88BB-EF7C-AB0097FE2886}"/>
            </ac:picMkLst>
          </pc:picChg>
        </pc:sldLayoutChg>
        <pc:sldLayoutChg chg="addSp delSp modSp mod">
          <pc:chgData name="Daniela Osorio C." userId="319d936b-4c97-4d05-ad2b-d02721bbec8f" providerId="ADAL" clId="{E34893D3-6180-814C-89CF-5179DA3135E4}" dt="2024-03-15T14:43:19.541" v="79"/>
          <pc:sldLayoutMkLst>
            <pc:docMk/>
            <pc:sldMasterMk cId="1693028746" sldId="2147483648"/>
            <pc:sldLayoutMk cId="1232603797" sldId="2147483653"/>
          </pc:sldLayoutMkLst>
          <pc:spChg chg="mod">
            <ac:chgData name="Daniela Osorio C." userId="319d936b-4c97-4d05-ad2b-d02721bbec8f" providerId="ADAL" clId="{E34893D3-6180-814C-89CF-5179DA3135E4}" dt="2024-03-15T13:42:51.085" v="13" actId="207"/>
            <ac:spMkLst>
              <pc:docMk/>
              <pc:sldMasterMk cId="1693028746" sldId="2147483648"/>
              <pc:sldLayoutMk cId="1232603797" sldId="2147483653"/>
              <ac:spMk id="6" creationId="{7CFD1A2D-962B-1B2F-8EFE-116133732487}"/>
            </ac:spMkLst>
          </pc:spChg>
          <pc:spChg chg="mod">
            <ac:chgData name="Daniela Osorio C." userId="319d936b-4c97-4d05-ad2b-d02721bbec8f" providerId="ADAL" clId="{E34893D3-6180-814C-89CF-5179DA3135E4}" dt="2024-03-15T13:42:52.980" v="14" actId="207"/>
            <ac:spMkLst>
              <pc:docMk/>
              <pc:sldMasterMk cId="1693028746" sldId="2147483648"/>
              <pc:sldLayoutMk cId="1232603797" sldId="2147483653"/>
              <ac:spMk id="17" creationId="{C0D8A9F2-7C34-CC0C-4A65-766C6591434E}"/>
            </ac:spMkLst>
          </pc:spChg>
          <pc:picChg chg="add del mod">
            <ac:chgData name="Daniela Osorio C." userId="319d936b-4c97-4d05-ad2b-d02721bbec8f" providerId="ADAL" clId="{E34893D3-6180-814C-89CF-5179DA3135E4}" dt="2024-03-15T14:43:17.799" v="77" actId="21"/>
            <ac:picMkLst>
              <pc:docMk/>
              <pc:sldMasterMk cId="1693028746" sldId="2147483648"/>
              <pc:sldLayoutMk cId="1232603797" sldId="2147483653"/>
              <ac:picMk id="5" creationId="{A731E1C4-E746-82B1-041A-FBD6818C4DBB}"/>
            </ac:picMkLst>
          </pc:picChg>
          <pc:picChg chg="del">
            <ac:chgData name="Daniela Osorio C." userId="319d936b-4c97-4d05-ad2b-d02721bbec8f" providerId="ADAL" clId="{E34893D3-6180-814C-89CF-5179DA3135E4}" dt="2024-03-15T14:43:18.926" v="78" actId="478"/>
            <ac:picMkLst>
              <pc:docMk/>
              <pc:sldMasterMk cId="1693028746" sldId="2147483648"/>
              <pc:sldLayoutMk cId="1232603797" sldId="2147483653"/>
              <ac:picMk id="9" creationId="{DFDD4C65-CEFB-09B5-8FC8-4A1550C94AA4}"/>
            </ac:picMkLst>
          </pc:picChg>
          <pc:picChg chg="add mod">
            <ac:chgData name="Daniela Osorio C." userId="319d936b-4c97-4d05-ad2b-d02721bbec8f" providerId="ADAL" clId="{E34893D3-6180-814C-89CF-5179DA3135E4}" dt="2024-03-15T14:43:19.541" v="79"/>
            <ac:picMkLst>
              <pc:docMk/>
              <pc:sldMasterMk cId="1693028746" sldId="2147483648"/>
              <pc:sldLayoutMk cId="1232603797" sldId="2147483653"/>
              <ac:picMk id="10" creationId="{7364F9B6-661D-6260-D937-4737ACFD530A}"/>
            </ac:picMkLst>
          </pc:picChg>
        </pc:sldLayoutChg>
        <pc:sldLayoutChg chg="modSp mod setBg">
          <pc:chgData name="Daniela Osorio C." userId="319d936b-4c97-4d05-ad2b-d02721bbec8f" providerId="ADAL" clId="{E34893D3-6180-814C-89CF-5179DA3135E4}" dt="2024-03-15T14:02:44.345" v="46"/>
          <pc:sldLayoutMkLst>
            <pc:docMk/>
            <pc:sldMasterMk cId="1693028746" sldId="2147483648"/>
            <pc:sldLayoutMk cId="3557603587" sldId="2147483654"/>
          </pc:sldLayoutMkLst>
          <pc:spChg chg="mod">
            <ac:chgData name="Daniela Osorio C." userId="319d936b-4c97-4d05-ad2b-d02721bbec8f" providerId="ADAL" clId="{E34893D3-6180-814C-89CF-5179DA3135E4}" dt="2024-03-15T13:42:14.198" v="2" actId="207"/>
            <ac:spMkLst>
              <pc:docMk/>
              <pc:sldMasterMk cId="1693028746" sldId="2147483648"/>
              <pc:sldLayoutMk cId="3557603587" sldId="2147483654"/>
              <ac:spMk id="7" creationId="{40797CDF-FB5B-73C1-E558-E89BA99B7029}"/>
            </ac:spMkLst>
          </pc:spChg>
          <pc:spChg chg="mod">
            <ac:chgData name="Daniela Osorio C." userId="319d936b-4c97-4d05-ad2b-d02721bbec8f" providerId="ADAL" clId="{E34893D3-6180-814C-89CF-5179DA3135E4}" dt="2024-03-15T13:42:11.688" v="1" actId="207"/>
            <ac:spMkLst>
              <pc:docMk/>
              <pc:sldMasterMk cId="1693028746" sldId="2147483648"/>
              <pc:sldLayoutMk cId="3557603587" sldId="2147483654"/>
              <ac:spMk id="12" creationId="{EF32CCDA-7D4E-CFAF-567E-53011A66186E}"/>
            </ac:spMkLst>
          </pc:spChg>
        </pc:sldLayoutChg>
        <pc:sldLayoutChg chg="modSp mod setBg">
          <pc:chgData name="Daniela Osorio C." userId="319d936b-4c97-4d05-ad2b-d02721bbec8f" providerId="ADAL" clId="{E34893D3-6180-814C-89CF-5179DA3135E4}" dt="2024-03-15T14:40:29.076" v="52"/>
          <pc:sldLayoutMkLst>
            <pc:docMk/>
            <pc:sldMasterMk cId="1693028746" sldId="2147483648"/>
            <pc:sldLayoutMk cId="787768259" sldId="2147483655"/>
          </pc:sldLayoutMkLst>
          <pc:spChg chg="mod">
            <ac:chgData name="Daniela Osorio C." userId="319d936b-4c97-4d05-ad2b-d02721bbec8f" providerId="ADAL" clId="{E34893D3-6180-814C-89CF-5179DA3135E4}" dt="2024-03-15T13:42:35.534" v="8" actId="207"/>
            <ac:spMkLst>
              <pc:docMk/>
              <pc:sldMasterMk cId="1693028746" sldId="2147483648"/>
              <pc:sldLayoutMk cId="787768259" sldId="2147483655"/>
              <ac:spMk id="7" creationId="{40797CDF-FB5B-73C1-E558-E89BA99B7029}"/>
            </ac:spMkLst>
          </pc:spChg>
          <pc:spChg chg="mod">
            <ac:chgData name="Daniela Osorio C." userId="319d936b-4c97-4d05-ad2b-d02721bbec8f" providerId="ADAL" clId="{E34893D3-6180-814C-89CF-5179DA3135E4}" dt="2024-03-15T13:42:33.542" v="7" actId="207"/>
            <ac:spMkLst>
              <pc:docMk/>
              <pc:sldMasterMk cId="1693028746" sldId="2147483648"/>
              <pc:sldLayoutMk cId="787768259" sldId="2147483655"/>
              <ac:spMk id="12" creationId="{EF32CCDA-7D4E-CFAF-567E-53011A66186E}"/>
            </ac:spMkLst>
          </pc:spChg>
        </pc:sldLayoutChg>
        <pc:sldLayoutChg chg="modSp mod setBg">
          <pc:chgData name="Daniela Osorio C." userId="319d936b-4c97-4d05-ad2b-d02721bbec8f" providerId="ADAL" clId="{E34893D3-6180-814C-89CF-5179DA3135E4}" dt="2024-03-15T14:04:46.016" v="48"/>
          <pc:sldLayoutMkLst>
            <pc:docMk/>
            <pc:sldMasterMk cId="1693028746" sldId="2147483648"/>
            <pc:sldLayoutMk cId="2395459408" sldId="2147483656"/>
          </pc:sldLayoutMkLst>
          <pc:spChg chg="mod">
            <ac:chgData name="Daniela Osorio C." userId="319d936b-4c97-4d05-ad2b-d02721bbec8f" providerId="ADAL" clId="{E34893D3-6180-814C-89CF-5179DA3135E4}" dt="2024-03-15T13:42:23.395" v="4" actId="207"/>
            <ac:spMkLst>
              <pc:docMk/>
              <pc:sldMasterMk cId="1693028746" sldId="2147483648"/>
              <pc:sldLayoutMk cId="2395459408" sldId="2147483656"/>
              <ac:spMk id="7" creationId="{40797CDF-FB5B-73C1-E558-E89BA99B7029}"/>
            </ac:spMkLst>
          </pc:spChg>
          <pc:spChg chg="mod">
            <ac:chgData name="Daniela Osorio C." userId="319d936b-4c97-4d05-ad2b-d02721bbec8f" providerId="ADAL" clId="{E34893D3-6180-814C-89CF-5179DA3135E4}" dt="2024-03-15T13:42:21.185" v="3" actId="207"/>
            <ac:spMkLst>
              <pc:docMk/>
              <pc:sldMasterMk cId="1693028746" sldId="2147483648"/>
              <pc:sldLayoutMk cId="2395459408" sldId="2147483656"/>
              <ac:spMk id="12" creationId="{EF32CCDA-7D4E-CFAF-567E-53011A66186E}"/>
            </ac:spMkLst>
          </pc:spChg>
        </pc:sldLayoutChg>
        <pc:sldLayoutChg chg="modSp mod setBg">
          <pc:chgData name="Daniela Osorio C." userId="319d936b-4c97-4d05-ad2b-d02721bbec8f" providerId="ADAL" clId="{E34893D3-6180-814C-89CF-5179DA3135E4}" dt="2024-03-15T14:38:14.924" v="50"/>
          <pc:sldLayoutMkLst>
            <pc:docMk/>
            <pc:sldMasterMk cId="1693028746" sldId="2147483648"/>
            <pc:sldLayoutMk cId="1558819832" sldId="2147483657"/>
          </pc:sldLayoutMkLst>
          <pc:spChg chg="mod">
            <ac:chgData name="Daniela Osorio C." userId="319d936b-4c97-4d05-ad2b-d02721bbec8f" providerId="ADAL" clId="{E34893D3-6180-814C-89CF-5179DA3135E4}" dt="2024-03-15T13:42:29.308" v="6" actId="207"/>
            <ac:spMkLst>
              <pc:docMk/>
              <pc:sldMasterMk cId="1693028746" sldId="2147483648"/>
              <pc:sldLayoutMk cId="1558819832" sldId="2147483657"/>
              <ac:spMk id="7" creationId="{40797CDF-FB5B-73C1-E558-E89BA99B7029}"/>
            </ac:spMkLst>
          </pc:spChg>
          <pc:spChg chg="mod">
            <ac:chgData name="Daniela Osorio C." userId="319d936b-4c97-4d05-ad2b-d02721bbec8f" providerId="ADAL" clId="{E34893D3-6180-814C-89CF-5179DA3135E4}" dt="2024-03-15T13:42:27.348" v="5" actId="207"/>
            <ac:spMkLst>
              <pc:docMk/>
              <pc:sldMasterMk cId="1693028746" sldId="2147483648"/>
              <pc:sldLayoutMk cId="1558819832" sldId="2147483657"/>
              <ac:spMk id="12" creationId="{EF32CCDA-7D4E-CFAF-567E-53011A66186E}"/>
            </ac:spMkLst>
          </pc:spChg>
        </pc:sldLayoutChg>
      </pc:sldMasterChg>
    </pc:docChg>
  </pc:docChgLst>
  <pc:docChgLst>
    <pc:chgData name="Daniela Osorio C." userId="319d936b-4c97-4d05-ad2b-d02721bbec8f" providerId="ADAL" clId="{A0193592-CBE4-2B46-934A-D3A5964A7937}"/>
    <pc:docChg chg="custSel modMainMaster">
      <pc:chgData name="Daniela Osorio C." userId="319d936b-4c97-4d05-ad2b-d02721bbec8f" providerId="ADAL" clId="{A0193592-CBE4-2B46-934A-D3A5964A7937}" dt="2024-03-07T20:26:14.740" v="5"/>
      <pc:docMkLst>
        <pc:docMk/>
      </pc:docMkLst>
      <pc:sldMasterChg chg="modSldLayout">
        <pc:chgData name="Daniela Osorio C." userId="319d936b-4c97-4d05-ad2b-d02721bbec8f" providerId="ADAL" clId="{A0193592-CBE4-2B46-934A-D3A5964A7937}" dt="2024-03-07T20:26:14.740" v="5"/>
        <pc:sldMasterMkLst>
          <pc:docMk/>
          <pc:sldMasterMk cId="1693028746" sldId="2147483648"/>
        </pc:sldMasterMkLst>
        <pc:sldLayoutChg chg="addSp delSp modSp mod setBg">
          <pc:chgData name="Daniela Osorio C." userId="319d936b-4c97-4d05-ad2b-d02721bbec8f" providerId="ADAL" clId="{A0193592-CBE4-2B46-934A-D3A5964A7937}" dt="2024-03-07T20:26:14.740" v="5"/>
          <pc:sldLayoutMkLst>
            <pc:docMk/>
            <pc:sldMasterMk cId="1693028746" sldId="2147483648"/>
            <pc:sldLayoutMk cId="2606120192" sldId="2147483649"/>
          </pc:sldLayoutMkLst>
          <pc:picChg chg="add mod">
            <ac:chgData name="Daniela Osorio C." userId="319d936b-4c97-4d05-ad2b-d02721bbec8f" providerId="ADAL" clId="{A0193592-CBE4-2B46-934A-D3A5964A7937}" dt="2024-03-07T20:26:00.184" v="1" actId="571"/>
            <ac:picMkLst>
              <pc:docMk/>
              <pc:sldMasterMk cId="1693028746" sldId="2147483648"/>
              <pc:sldLayoutMk cId="2606120192" sldId="2147483649"/>
              <ac:picMk id="2" creationId="{C4F4C52A-ECA1-BABB-E35B-83CE9779B6E8}"/>
            </ac:picMkLst>
          </pc:picChg>
          <pc:picChg chg="del">
            <ac:chgData name="Daniela Osorio C." userId="319d936b-4c97-4d05-ad2b-d02721bbec8f" providerId="ADAL" clId="{A0193592-CBE4-2B46-934A-D3A5964A7937}" dt="2024-03-07T20:26:03.836" v="2" actId="478"/>
            <ac:picMkLst>
              <pc:docMk/>
              <pc:sldMasterMk cId="1693028746" sldId="2147483648"/>
              <pc:sldLayoutMk cId="2606120192" sldId="2147483649"/>
              <ac:picMk id="7" creationId="{A9D18049-2E2E-CD91-B29D-C17460669583}"/>
            </ac:picMkLst>
          </pc:picChg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emf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0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1.emf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image" Target="../media/image12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ADA principal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n 10">
            <a:extLst>
              <a:ext uri="{FF2B5EF4-FFF2-40B4-BE49-F238E27FC236}">
                <a16:creationId xmlns:a16="http://schemas.microsoft.com/office/drawing/2014/main" id="{9057CAB5-419B-D16F-C185-A2D3C653D2A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859053" y="1796807"/>
            <a:ext cx="70965" cy="3264387"/>
          </a:xfrm>
          <a:prstGeom prst="rect">
            <a:avLst/>
          </a:prstGeom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EA07B88F-3442-88EF-4332-8188DAED77C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5944993" y="616688"/>
            <a:ext cx="5674686" cy="5667154"/>
          </a:xfrm>
          <a:prstGeom prst="rect">
            <a:avLst/>
          </a:prstGeom>
          <a:solidFill>
            <a:srgbClr val="4E7CD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FC350248-3FB5-3C6F-8D72-BDEA02FE930A}"/>
              </a:ext>
            </a:extLst>
          </p:cNvPr>
          <p:cNvSpPr/>
          <p:nvPr userDrawn="1"/>
        </p:nvSpPr>
        <p:spPr>
          <a:xfrm>
            <a:off x="6398549" y="2788646"/>
            <a:ext cx="294796" cy="29479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sz="1351"/>
          </a:p>
        </p:txBody>
      </p:sp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FF0FCBE2-3DBD-0281-D2F5-F0C94CE8BC2D}"/>
              </a:ext>
            </a:extLst>
          </p:cNvPr>
          <p:cNvCxnSpPr>
            <a:cxnSpLocks/>
          </p:cNvCxnSpPr>
          <p:nvPr userDrawn="1"/>
        </p:nvCxnSpPr>
        <p:spPr>
          <a:xfrm>
            <a:off x="6996223" y="4106486"/>
            <a:ext cx="41148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Marcador de título 1">
            <a:extLst>
              <a:ext uri="{FF2B5EF4-FFF2-40B4-BE49-F238E27FC236}">
                <a16:creationId xmlns:a16="http://schemas.microsoft.com/office/drawing/2014/main" id="{F586EB83-3340-7C71-15A1-A44304B3002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15809" y="2601411"/>
            <a:ext cx="4377817" cy="130605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s-MX" dirty="0"/>
              <a:t>Haz clic para modificar título</a:t>
            </a:r>
            <a:endParaRPr lang="es-CL" dirty="0"/>
          </a:p>
        </p:txBody>
      </p:sp>
      <p:sp>
        <p:nvSpPr>
          <p:cNvPr id="12" name="Holder 3">
            <a:extLst>
              <a:ext uri="{FF2B5EF4-FFF2-40B4-BE49-F238E27FC236}">
                <a16:creationId xmlns:a16="http://schemas.microsoft.com/office/drawing/2014/main" id="{3F9325FC-E030-BCB8-203E-374A8BE898B6}"/>
              </a:ext>
            </a:extLst>
          </p:cNvPr>
          <p:cNvSpPr>
            <a:spLocks noGrp="1"/>
          </p:cNvSpPr>
          <p:nvPr>
            <p:ph type="subTitle" idx="4"/>
          </p:nvPr>
        </p:nvSpPr>
        <p:spPr>
          <a:xfrm>
            <a:off x="6937285" y="4305507"/>
            <a:ext cx="4356341" cy="6142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952E45F7-DBA7-0067-88AC-2B33C1A8CB98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168812" y="1206961"/>
            <a:ext cx="3375906" cy="542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61201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ADA interior 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>
            <a:extLst>
              <a:ext uri="{FF2B5EF4-FFF2-40B4-BE49-F238E27FC236}">
                <a16:creationId xmlns:a16="http://schemas.microsoft.com/office/drawing/2014/main" id="{35C49BC9-326E-334D-C876-57A5EE8112C6}"/>
              </a:ext>
            </a:extLst>
          </p:cNvPr>
          <p:cNvSpPr/>
          <p:nvPr userDrawn="1"/>
        </p:nvSpPr>
        <p:spPr>
          <a:xfrm>
            <a:off x="7765159" y="2143668"/>
            <a:ext cx="3936955" cy="2845428"/>
          </a:xfrm>
          <a:prstGeom prst="rect">
            <a:avLst/>
          </a:prstGeom>
          <a:solidFill>
            <a:srgbClr val="FFFFFF">
              <a:alpha val="31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40797CDF-FB5B-73C1-E558-E89BA99B7029}"/>
              </a:ext>
            </a:extLst>
          </p:cNvPr>
          <p:cNvSpPr/>
          <p:nvPr userDrawn="1"/>
        </p:nvSpPr>
        <p:spPr>
          <a:xfrm>
            <a:off x="7765160" y="2143669"/>
            <a:ext cx="342858" cy="342858"/>
          </a:xfrm>
          <a:prstGeom prst="rect">
            <a:avLst/>
          </a:prstGeom>
          <a:solidFill>
            <a:srgbClr val="4E7CD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9" name="Marcador de título 1">
            <a:extLst>
              <a:ext uri="{FF2B5EF4-FFF2-40B4-BE49-F238E27FC236}">
                <a16:creationId xmlns:a16="http://schemas.microsoft.com/office/drawing/2014/main" id="{4EC80F0E-E5C9-2939-2CF2-AD7A392F007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58521" y="2752716"/>
            <a:ext cx="2805775" cy="16273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z="3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s-MX" dirty="0"/>
              <a:t>Haz clic para modificar título</a:t>
            </a:r>
            <a:endParaRPr lang="es-CL" dirty="0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EF32CCDA-7D4E-CFAF-567E-53011A66186E}"/>
              </a:ext>
            </a:extLst>
          </p:cNvPr>
          <p:cNvSpPr/>
          <p:nvPr userDrawn="1"/>
        </p:nvSpPr>
        <p:spPr>
          <a:xfrm>
            <a:off x="0" y="2695073"/>
            <a:ext cx="1459832" cy="1467854"/>
          </a:xfrm>
          <a:prstGeom prst="rect">
            <a:avLst/>
          </a:prstGeom>
          <a:solidFill>
            <a:srgbClr val="4E7CD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1" name="Marcador de título 1">
            <a:extLst>
              <a:ext uri="{FF2B5EF4-FFF2-40B4-BE49-F238E27FC236}">
                <a16:creationId xmlns:a16="http://schemas.microsoft.com/office/drawing/2014/main" id="{3A54758D-9CC7-9A21-A8E1-CD5CA7F3C268}"/>
              </a:ext>
            </a:extLst>
          </p:cNvPr>
          <p:cNvSpPr txBox="1">
            <a:spLocks/>
          </p:cNvSpPr>
          <p:nvPr userDrawn="1"/>
        </p:nvSpPr>
        <p:spPr>
          <a:xfrm>
            <a:off x="-1" y="2752716"/>
            <a:ext cx="1459833" cy="13771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37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algn="ctr"/>
            <a:r>
              <a:rPr lang="es-MX" sz="8000" dirty="0"/>
              <a:t>01</a:t>
            </a:r>
            <a:endParaRPr lang="es-CL" sz="8000" dirty="0"/>
          </a:p>
        </p:txBody>
      </p:sp>
    </p:spTree>
    <p:extLst>
      <p:ext uri="{BB962C8B-B14F-4D97-AF65-F5344CB8AC3E}">
        <p14:creationId xmlns:p14="http://schemas.microsoft.com/office/powerpoint/2010/main" val="35576035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ADA interior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>
            <a:extLst>
              <a:ext uri="{FF2B5EF4-FFF2-40B4-BE49-F238E27FC236}">
                <a16:creationId xmlns:a16="http://schemas.microsoft.com/office/drawing/2014/main" id="{35C49BC9-326E-334D-C876-57A5EE8112C6}"/>
              </a:ext>
            </a:extLst>
          </p:cNvPr>
          <p:cNvSpPr/>
          <p:nvPr userDrawn="1"/>
        </p:nvSpPr>
        <p:spPr>
          <a:xfrm>
            <a:off x="7765159" y="2143668"/>
            <a:ext cx="3936955" cy="2845428"/>
          </a:xfrm>
          <a:prstGeom prst="rect">
            <a:avLst/>
          </a:prstGeom>
          <a:solidFill>
            <a:srgbClr val="FFFFFF">
              <a:alpha val="31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40797CDF-FB5B-73C1-E558-E89BA99B7029}"/>
              </a:ext>
            </a:extLst>
          </p:cNvPr>
          <p:cNvSpPr/>
          <p:nvPr userDrawn="1"/>
        </p:nvSpPr>
        <p:spPr>
          <a:xfrm>
            <a:off x="7765160" y="2143669"/>
            <a:ext cx="342858" cy="342858"/>
          </a:xfrm>
          <a:prstGeom prst="rect">
            <a:avLst/>
          </a:prstGeom>
          <a:solidFill>
            <a:srgbClr val="4E7CD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9" name="Marcador de título 1">
            <a:extLst>
              <a:ext uri="{FF2B5EF4-FFF2-40B4-BE49-F238E27FC236}">
                <a16:creationId xmlns:a16="http://schemas.microsoft.com/office/drawing/2014/main" id="{4EC80F0E-E5C9-2939-2CF2-AD7A392F007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58521" y="2752716"/>
            <a:ext cx="2805775" cy="16273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z="3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s-MX" dirty="0"/>
              <a:t>Haz clic para modificar título</a:t>
            </a:r>
            <a:endParaRPr lang="es-CL" dirty="0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EF32CCDA-7D4E-CFAF-567E-53011A66186E}"/>
              </a:ext>
            </a:extLst>
          </p:cNvPr>
          <p:cNvSpPr/>
          <p:nvPr userDrawn="1"/>
        </p:nvSpPr>
        <p:spPr>
          <a:xfrm>
            <a:off x="0" y="2695073"/>
            <a:ext cx="1459832" cy="1467854"/>
          </a:xfrm>
          <a:prstGeom prst="rect">
            <a:avLst/>
          </a:prstGeom>
          <a:solidFill>
            <a:srgbClr val="4E7CD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1" name="Marcador de título 1">
            <a:extLst>
              <a:ext uri="{FF2B5EF4-FFF2-40B4-BE49-F238E27FC236}">
                <a16:creationId xmlns:a16="http://schemas.microsoft.com/office/drawing/2014/main" id="{3A54758D-9CC7-9A21-A8E1-CD5CA7F3C268}"/>
              </a:ext>
            </a:extLst>
          </p:cNvPr>
          <p:cNvSpPr txBox="1">
            <a:spLocks/>
          </p:cNvSpPr>
          <p:nvPr userDrawn="1"/>
        </p:nvSpPr>
        <p:spPr>
          <a:xfrm>
            <a:off x="-1" y="2752716"/>
            <a:ext cx="1459833" cy="13771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37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algn="ctr"/>
            <a:r>
              <a:rPr lang="es-MX" sz="8000" dirty="0"/>
              <a:t>02</a:t>
            </a:r>
            <a:endParaRPr lang="es-CL" sz="8000" dirty="0"/>
          </a:p>
        </p:txBody>
      </p:sp>
    </p:spTree>
    <p:extLst>
      <p:ext uri="{BB962C8B-B14F-4D97-AF65-F5344CB8AC3E}">
        <p14:creationId xmlns:p14="http://schemas.microsoft.com/office/powerpoint/2010/main" val="23954594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ADA interior 4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>
            <a:extLst>
              <a:ext uri="{FF2B5EF4-FFF2-40B4-BE49-F238E27FC236}">
                <a16:creationId xmlns:a16="http://schemas.microsoft.com/office/drawing/2014/main" id="{35C49BC9-326E-334D-C876-57A5EE8112C6}"/>
              </a:ext>
            </a:extLst>
          </p:cNvPr>
          <p:cNvSpPr/>
          <p:nvPr userDrawn="1"/>
        </p:nvSpPr>
        <p:spPr>
          <a:xfrm>
            <a:off x="7765159" y="2143668"/>
            <a:ext cx="3936955" cy="2845428"/>
          </a:xfrm>
          <a:prstGeom prst="rect">
            <a:avLst/>
          </a:prstGeom>
          <a:solidFill>
            <a:srgbClr val="FFFFFF">
              <a:alpha val="31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40797CDF-FB5B-73C1-E558-E89BA99B7029}"/>
              </a:ext>
            </a:extLst>
          </p:cNvPr>
          <p:cNvSpPr/>
          <p:nvPr userDrawn="1"/>
        </p:nvSpPr>
        <p:spPr>
          <a:xfrm>
            <a:off x="7765160" y="2143669"/>
            <a:ext cx="342858" cy="342858"/>
          </a:xfrm>
          <a:prstGeom prst="rect">
            <a:avLst/>
          </a:prstGeom>
          <a:solidFill>
            <a:srgbClr val="4E7CD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9" name="Marcador de título 1">
            <a:extLst>
              <a:ext uri="{FF2B5EF4-FFF2-40B4-BE49-F238E27FC236}">
                <a16:creationId xmlns:a16="http://schemas.microsoft.com/office/drawing/2014/main" id="{4EC80F0E-E5C9-2939-2CF2-AD7A392F007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58521" y="2752716"/>
            <a:ext cx="2805775" cy="16273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z="3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s-MX" dirty="0"/>
              <a:t>Haz clic para modificar título</a:t>
            </a:r>
            <a:endParaRPr lang="es-CL" dirty="0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EF32CCDA-7D4E-CFAF-567E-53011A66186E}"/>
              </a:ext>
            </a:extLst>
          </p:cNvPr>
          <p:cNvSpPr/>
          <p:nvPr userDrawn="1"/>
        </p:nvSpPr>
        <p:spPr>
          <a:xfrm>
            <a:off x="0" y="2695073"/>
            <a:ext cx="1459832" cy="1467854"/>
          </a:xfrm>
          <a:prstGeom prst="rect">
            <a:avLst/>
          </a:prstGeom>
          <a:solidFill>
            <a:srgbClr val="4E7CD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1" name="Marcador de título 1">
            <a:extLst>
              <a:ext uri="{FF2B5EF4-FFF2-40B4-BE49-F238E27FC236}">
                <a16:creationId xmlns:a16="http://schemas.microsoft.com/office/drawing/2014/main" id="{3A54758D-9CC7-9A21-A8E1-CD5CA7F3C268}"/>
              </a:ext>
            </a:extLst>
          </p:cNvPr>
          <p:cNvSpPr txBox="1">
            <a:spLocks/>
          </p:cNvSpPr>
          <p:nvPr userDrawn="1"/>
        </p:nvSpPr>
        <p:spPr>
          <a:xfrm>
            <a:off x="-1" y="2752716"/>
            <a:ext cx="1459833" cy="13771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37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algn="ctr"/>
            <a:r>
              <a:rPr lang="es-MX" sz="8000" dirty="0"/>
              <a:t>03</a:t>
            </a:r>
            <a:endParaRPr lang="es-CL" sz="8000" dirty="0"/>
          </a:p>
        </p:txBody>
      </p:sp>
    </p:spTree>
    <p:extLst>
      <p:ext uri="{BB962C8B-B14F-4D97-AF65-F5344CB8AC3E}">
        <p14:creationId xmlns:p14="http://schemas.microsoft.com/office/powerpoint/2010/main" val="15588198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ADA interior 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>
            <a:extLst>
              <a:ext uri="{FF2B5EF4-FFF2-40B4-BE49-F238E27FC236}">
                <a16:creationId xmlns:a16="http://schemas.microsoft.com/office/drawing/2014/main" id="{35C49BC9-326E-334D-C876-57A5EE8112C6}"/>
              </a:ext>
            </a:extLst>
          </p:cNvPr>
          <p:cNvSpPr/>
          <p:nvPr userDrawn="1"/>
        </p:nvSpPr>
        <p:spPr>
          <a:xfrm>
            <a:off x="7765159" y="2143668"/>
            <a:ext cx="3936955" cy="2845428"/>
          </a:xfrm>
          <a:prstGeom prst="rect">
            <a:avLst/>
          </a:prstGeom>
          <a:solidFill>
            <a:srgbClr val="FFFFFF">
              <a:alpha val="31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40797CDF-FB5B-73C1-E558-E89BA99B7029}"/>
              </a:ext>
            </a:extLst>
          </p:cNvPr>
          <p:cNvSpPr/>
          <p:nvPr userDrawn="1"/>
        </p:nvSpPr>
        <p:spPr>
          <a:xfrm>
            <a:off x="7765160" y="2143669"/>
            <a:ext cx="342858" cy="342858"/>
          </a:xfrm>
          <a:prstGeom prst="rect">
            <a:avLst/>
          </a:prstGeom>
          <a:solidFill>
            <a:srgbClr val="4E7CD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9" name="Marcador de título 1">
            <a:extLst>
              <a:ext uri="{FF2B5EF4-FFF2-40B4-BE49-F238E27FC236}">
                <a16:creationId xmlns:a16="http://schemas.microsoft.com/office/drawing/2014/main" id="{4EC80F0E-E5C9-2939-2CF2-AD7A392F007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58521" y="2752716"/>
            <a:ext cx="2805775" cy="16273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z="3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s-MX" dirty="0"/>
              <a:t>Haz clic para modificar título</a:t>
            </a:r>
            <a:endParaRPr lang="es-CL" dirty="0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EF32CCDA-7D4E-CFAF-567E-53011A66186E}"/>
              </a:ext>
            </a:extLst>
          </p:cNvPr>
          <p:cNvSpPr/>
          <p:nvPr userDrawn="1"/>
        </p:nvSpPr>
        <p:spPr>
          <a:xfrm>
            <a:off x="0" y="2695073"/>
            <a:ext cx="1459832" cy="1467854"/>
          </a:xfrm>
          <a:prstGeom prst="rect">
            <a:avLst/>
          </a:prstGeom>
          <a:solidFill>
            <a:srgbClr val="4E7CD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1" name="Marcador de título 1">
            <a:extLst>
              <a:ext uri="{FF2B5EF4-FFF2-40B4-BE49-F238E27FC236}">
                <a16:creationId xmlns:a16="http://schemas.microsoft.com/office/drawing/2014/main" id="{3A54758D-9CC7-9A21-A8E1-CD5CA7F3C268}"/>
              </a:ext>
            </a:extLst>
          </p:cNvPr>
          <p:cNvSpPr txBox="1">
            <a:spLocks/>
          </p:cNvSpPr>
          <p:nvPr userDrawn="1"/>
        </p:nvSpPr>
        <p:spPr>
          <a:xfrm>
            <a:off x="-1" y="2752716"/>
            <a:ext cx="1459833" cy="13771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37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algn="ctr"/>
            <a:r>
              <a:rPr lang="es-MX" sz="8000"/>
              <a:t>04</a:t>
            </a:r>
            <a:endParaRPr lang="es-CL" sz="8000" dirty="0"/>
          </a:p>
        </p:txBody>
      </p:sp>
    </p:spTree>
    <p:extLst>
      <p:ext uri="{BB962C8B-B14F-4D97-AF65-F5344CB8AC3E}">
        <p14:creationId xmlns:p14="http://schemas.microsoft.com/office/powerpoint/2010/main" val="7877682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RIO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texto 26">
            <a:extLst>
              <a:ext uri="{FF2B5EF4-FFF2-40B4-BE49-F238E27FC236}">
                <a16:creationId xmlns:a16="http://schemas.microsoft.com/office/drawing/2014/main" id="{3387B960-FFF9-CB57-ACA9-C9E1213259F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54685" y="551041"/>
            <a:ext cx="4916775" cy="469685"/>
          </a:xfrm>
        </p:spPr>
        <p:txBody>
          <a:bodyPr>
            <a:noAutofit/>
          </a:bodyPr>
          <a:lstStyle>
            <a:lvl1pPr algn="l">
              <a:defRPr sz="3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s-ES" dirty="0"/>
              <a:t>MODIFICAR TITULO</a:t>
            </a:r>
            <a:endParaRPr lang="es-CL" dirty="0"/>
          </a:p>
        </p:txBody>
      </p:sp>
      <p:sp>
        <p:nvSpPr>
          <p:cNvPr id="7" name="Marcador de texto 3">
            <a:extLst>
              <a:ext uri="{FF2B5EF4-FFF2-40B4-BE49-F238E27FC236}">
                <a16:creationId xmlns:a16="http://schemas.microsoft.com/office/drawing/2014/main" id="{149A11D1-EAA1-0BB7-CFE5-9056CB346D1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40715" y="1137571"/>
            <a:ext cx="4930746" cy="553006"/>
          </a:xfrm>
        </p:spPr>
        <p:txBody>
          <a:bodyPr>
            <a:normAutofit/>
          </a:bodyPr>
          <a:lstStyle>
            <a:lvl1pPr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s-ES" dirty="0"/>
              <a:t>Haz clic para modificar o eliminar bajada</a:t>
            </a:r>
          </a:p>
          <a:p>
            <a:endParaRPr lang="es-ES" dirty="0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D4BF3825-8CDE-15D1-473C-F04253CD9789}"/>
              </a:ext>
            </a:extLst>
          </p:cNvPr>
          <p:cNvSpPr/>
          <p:nvPr userDrawn="1"/>
        </p:nvSpPr>
        <p:spPr>
          <a:xfrm>
            <a:off x="0" y="0"/>
            <a:ext cx="552893" cy="552893"/>
          </a:xfrm>
          <a:prstGeom prst="rect">
            <a:avLst/>
          </a:prstGeom>
          <a:solidFill>
            <a:srgbClr val="4E7CD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grpSp>
        <p:nvGrpSpPr>
          <p:cNvPr id="14" name="Grupo 13">
            <a:extLst>
              <a:ext uri="{FF2B5EF4-FFF2-40B4-BE49-F238E27FC236}">
                <a16:creationId xmlns:a16="http://schemas.microsoft.com/office/drawing/2014/main" id="{DBF54666-A2EC-90FE-7052-73357A52AE9A}"/>
              </a:ext>
            </a:extLst>
          </p:cNvPr>
          <p:cNvGrpSpPr/>
          <p:nvPr userDrawn="1"/>
        </p:nvGrpSpPr>
        <p:grpSpPr>
          <a:xfrm>
            <a:off x="10559057" y="6273209"/>
            <a:ext cx="1405082" cy="320986"/>
            <a:chOff x="8941676" y="5879067"/>
            <a:chExt cx="2618425" cy="598170"/>
          </a:xfrm>
        </p:grpSpPr>
        <p:sp>
          <p:nvSpPr>
            <p:cNvPr id="9" name="object 2">
              <a:extLst>
                <a:ext uri="{FF2B5EF4-FFF2-40B4-BE49-F238E27FC236}">
                  <a16:creationId xmlns:a16="http://schemas.microsoft.com/office/drawing/2014/main" id="{371A0572-EF4B-CA79-4539-AA0A2E4CD964}"/>
                </a:ext>
              </a:extLst>
            </p:cNvPr>
            <p:cNvSpPr/>
            <p:nvPr userDrawn="1"/>
          </p:nvSpPr>
          <p:spPr>
            <a:xfrm>
              <a:off x="8941676" y="5949980"/>
              <a:ext cx="1618615" cy="525145"/>
            </a:xfrm>
            <a:custGeom>
              <a:avLst/>
              <a:gdLst/>
              <a:ahLst/>
              <a:cxnLst/>
              <a:rect l="l" t="t" r="r" b="b"/>
              <a:pathLst>
                <a:path w="1618615" h="525145">
                  <a:moveTo>
                    <a:pt x="453097" y="247865"/>
                  </a:moveTo>
                  <a:lnTo>
                    <a:pt x="449186" y="196367"/>
                  </a:lnTo>
                  <a:lnTo>
                    <a:pt x="437921" y="151307"/>
                  </a:lnTo>
                  <a:lnTo>
                    <a:pt x="419925" y="112522"/>
                  </a:lnTo>
                  <a:lnTo>
                    <a:pt x="395884" y="79870"/>
                  </a:lnTo>
                  <a:lnTo>
                    <a:pt x="366445" y="53213"/>
                  </a:lnTo>
                  <a:lnTo>
                    <a:pt x="330708" y="31546"/>
                  </a:lnTo>
                  <a:lnTo>
                    <a:pt x="330708" y="251650"/>
                  </a:lnTo>
                  <a:lnTo>
                    <a:pt x="325094" y="307492"/>
                  </a:lnTo>
                  <a:lnTo>
                    <a:pt x="308851" y="352729"/>
                  </a:lnTo>
                  <a:lnTo>
                    <a:pt x="282892" y="387540"/>
                  </a:lnTo>
                  <a:lnTo>
                    <a:pt x="248132" y="412089"/>
                  </a:lnTo>
                  <a:lnTo>
                    <a:pt x="205486" y="426542"/>
                  </a:lnTo>
                  <a:lnTo>
                    <a:pt x="155841" y="431076"/>
                  </a:lnTo>
                  <a:lnTo>
                    <a:pt x="145161" y="431038"/>
                  </a:lnTo>
                  <a:lnTo>
                    <a:pt x="134264" y="430784"/>
                  </a:lnTo>
                  <a:lnTo>
                    <a:pt x="124079" y="430098"/>
                  </a:lnTo>
                  <a:lnTo>
                    <a:pt x="115519" y="428764"/>
                  </a:lnTo>
                  <a:lnTo>
                    <a:pt x="115519" y="93497"/>
                  </a:lnTo>
                  <a:lnTo>
                    <a:pt x="124383" y="91821"/>
                  </a:lnTo>
                  <a:lnTo>
                    <a:pt x="136080" y="90347"/>
                  </a:lnTo>
                  <a:lnTo>
                    <a:pt x="150622" y="89319"/>
                  </a:lnTo>
                  <a:lnTo>
                    <a:pt x="168008" y="88925"/>
                  </a:lnTo>
                  <a:lnTo>
                    <a:pt x="214909" y="93319"/>
                  </a:lnTo>
                  <a:lnTo>
                    <a:pt x="254800" y="106616"/>
                  </a:lnTo>
                  <a:lnTo>
                    <a:pt x="286994" y="128943"/>
                  </a:lnTo>
                  <a:lnTo>
                    <a:pt x="310832" y="160464"/>
                  </a:lnTo>
                  <a:lnTo>
                    <a:pt x="325628" y="201320"/>
                  </a:lnTo>
                  <a:lnTo>
                    <a:pt x="330708" y="251650"/>
                  </a:lnTo>
                  <a:lnTo>
                    <a:pt x="330708" y="31546"/>
                  </a:lnTo>
                  <a:lnTo>
                    <a:pt x="326796" y="29171"/>
                  </a:lnTo>
                  <a:lnTo>
                    <a:pt x="279666" y="12636"/>
                  </a:lnTo>
                  <a:lnTo>
                    <a:pt x="223278" y="3073"/>
                  </a:lnTo>
                  <a:lnTo>
                    <a:pt x="155841" y="0"/>
                  </a:lnTo>
                  <a:lnTo>
                    <a:pt x="113093" y="711"/>
                  </a:lnTo>
                  <a:lnTo>
                    <a:pt x="72212" y="2857"/>
                  </a:lnTo>
                  <a:lnTo>
                    <a:pt x="34175" y="6413"/>
                  </a:lnTo>
                  <a:lnTo>
                    <a:pt x="0" y="11417"/>
                  </a:lnTo>
                  <a:lnTo>
                    <a:pt x="0" y="513930"/>
                  </a:lnTo>
                  <a:lnTo>
                    <a:pt x="23964" y="516724"/>
                  </a:lnTo>
                  <a:lnTo>
                    <a:pt x="53784" y="519150"/>
                  </a:lnTo>
                  <a:lnTo>
                    <a:pt x="89585" y="520877"/>
                  </a:lnTo>
                  <a:lnTo>
                    <a:pt x="131495" y="521525"/>
                  </a:lnTo>
                  <a:lnTo>
                    <a:pt x="189534" y="518960"/>
                  </a:lnTo>
                  <a:lnTo>
                    <a:pt x="242811" y="511162"/>
                  </a:lnTo>
                  <a:lnTo>
                    <a:pt x="290804" y="498043"/>
                  </a:lnTo>
                  <a:lnTo>
                    <a:pt x="332955" y="479501"/>
                  </a:lnTo>
                  <a:lnTo>
                    <a:pt x="368719" y="455409"/>
                  </a:lnTo>
                  <a:lnTo>
                    <a:pt x="396163" y="427177"/>
                  </a:lnTo>
                  <a:lnTo>
                    <a:pt x="419430" y="392518"/>
                  </a:lnTo>
                  <a:lnTo>
                    <a:pt x="437400" y="351231"/>
                  </a:lnTo>
                  <a:lnTo>
                    <a:pt x="448983" y="303085"/>
                  </a:lnTo>
                  <a:lnTo>
                    <a:pt x="453097" y="247865"/>
                  </a:lnTo>
                  <a:close/>
                </a:path>
                <a:path w="1618615" h="525145">
                  <a:moveTo>
                    <a:pt x="849947" y="516191"/>
                  </a:moveTo>
                  <a:lnTo>
                    <a:pt x="848817" y="491236"/>
                  </a:lnTo>
                  <a:lnTo>
                    <a:pt x="847839" y="463080"/>
                  </a:lnTo>
                  <a:lnTo>
                    <a:pt x="847140" y="431634"/>
                  </a:lnTo>
                  <a:lnTo>
                    <a:pt x="846874" y="396836"/>
                  </a:lnTo>
                  <a:lnTo>
                    <a:pt x="846874" y="144449"/>
                  </a:lnTo>
                  <a:lnTo>
                    <a:pt x="731316" y="144449"/>
                  </a:lnTo>
                  <a:lnTo>
                    <a:pt x="731316" y="365671"/>
                  </a:lnTo>
                  <a:lnTo>
                    <a:pt x="731037" y="372808"/>
                  </a:lnTo>
                  <a:lnTo>
                    <a:pt x="707301" y="417766"/>
                  </a:lnTo>
                  <a:lnTo>
                    <a:pt x="668985" y="431076"/>
                  </a:lnTo>
                  <a:lnTo>
                    <a:pt x="642531" y="425119"/>
                  </a:lnTo>
                  <a:lnTo>
                    <a:pt x="624332" y="407974"/>
                  </a:lnTo>
                  <a:lnTo>
                    <a:pt x="613841" y="380707"/>
                  </a:lnTo>
                  <a:lnTo>
                    <a:pt x="610463" y="344398"/>
                  </a:lnTo>
                  <a:lnTo>
                    <a:pt x="610463" y="144449"/>
                  </a:lnTo>
                  <a:lnTo>
                    <a:pt x="494906" y="144449"/>
                  </a:lnTo>
                  <a:lnTo>
                    <a:pt x="494906" y="362623"/>
                  </a:lnTo>
                  <a:lnTo>
                    <a:pt x="501205" y="423557"/>
                  </a:lnTo>
                  <a:lnTo>
                    <a:pt x="519036" y="469226"/>
                  </a:lnTo>
                  <a:lnTo>
                    <a:pt x="546785" y="500634"/>
                  </a:lnTo>
                  <a:lnTo>
                    <a:pt x="582866" y="518756"/>
                  </a:lnTo>
                  <a:lnTo>
                    <a:pt x="625652" y="524573"/>
                  </a:lnTo>
                  <a:lnTo>
                    <a:pt x="670026" y="518274"/>
                  </a:lnTo>
                  <a:lnTo>
                    <a:pt x="703491" y="502716"/>
                  </a:lnTo>
                  <a:lnTo>
                    <a:pt x="727113" y="482879"/>
                  </a:lnTo>
                  <a:lnTo>
                    <a:pt x="741972" y="463753"/>
                  </a:lnTo>
                  <a:lnTo>
                    <a:pt x="744245" y="463753"/>
                  </a:lnTo>
                  <a:lnTo>
                    <a:pt x="749592" y="516191"/>
                  </a:lnTo>
                  <a:lnTo>
                    <a:pt x="849947" y="516191"/>
                  </a:lnTo>
                  <a:close/>
                </a:path>
                <a:path w="1618615" h="525145">
                  <a:moveTo>
                    <a:pt x="1277759" y="326885"/>
                  </a:moveTo>
                  <a:lnTo>
                    <a:pt x="1273225" y="280898"/>
                  </a:lnTo>
                  <a:lnTo>
                    <a:pt x="1260055" y="239864"/>
                  </a:lnTo>
                  <a:lnTo>
                    <a:pt x="1247533" y="218948"/>
                  </a:lnTo>
                  <a:lnTo>
                    <a:pt x="1238923" y="204558"/>
                  </a:lnTo>
                  <a:lnTo>
                    <a:pt x="1210513" y="175742"/>
                  </a:lnTo>
                  <a:lnTo>
                    <a:pt x="1175537" y="154216"/>
                  </a:lnTo>
                  <a:lnTo>
                    <a:pt x="1157643" y="148323"/>
                  </a:lnTo>
                  <a:lnTo>
                    <a:pt x="1157643" y="329958"/>
                  </a:lnTo>
                  <a:lnTo>
                    <a:pt x="1152537" y="375627"/>
                  </a:lnTo>
                  <a:lnTo>
                    <a:pt x="1137881" y="410908"/>
                  </a:lnTo>
                  <a:lnTo>
                    <a:pt x="1114679" y="433641"/>
                  </a:lnTo>
                  <a:lnTo>
                    <a:pt x="1083906" y="441693"/>
                  </a:lnTo>
                  <a:lnTo>
                    <a:pt x="1083157" y="441693"/>
                  </a:lnTo>
                  <a:lnTo>
                    <a:pt x="1050861" y="433222"/>
                  </a:lnTo>
                  <a:lnTo>
                    <a:pt x="1027264" y="409867"/>
                  </a:lnTo>
                  <a:lnTo>
                    <a:pt x="1012799" y="374675"/>
                  </a:lnTo>
                  <a:lnTo>
                    <a:pt x="1007884" y="330708"/>
                  </a:lnTo>
                  <a:lnTo>
                    <a:pt x="1012063" y="289839"/>
                  </a:lnTo>
                  <a:lnTo>
                    <a:pt x="1025372" y="254025"/>
                  </a:lnTo>
                  <a:lnTo>
                    <a:pt x="1048931" y="228612"/>
                  </a:lnTo>
                  <a:lnTo>
                    <a:pt x="1083906" y="218948"/>
                  </a:lnTo>
                  <a:lnTo>
                    <a:pt x="1117574" y="228612"/>
                  </a:lnTo>
                  <a:lnTo>
                    <a:pt x="1140447" y="253936"/>
                  </a:lnTo>
                  <a:lnTo>
                    <a:pt x="1153502" y="289521"/>
                  </a:lnTo>
                  <a:lnTo>
                    <a:pt x="1157643" y="329958"/>
                  </a:lnTo>
                  <a:lnTo>
                    <a:pt x="1157643" y="148323"/>
                  </a:lnTo>
                  <a:lnTo>
                    <a:pt x="1134618" y="140728"/>
                  </a:lnTo>
                  <a:lnTo>
                    <a:pt x="1088466" y="136067"/>
                  </a:lnTo>
                  <a:lnTo>
                    <a:pt x="1039609" y="140665"/>
                  </a:lnTo>
                  <a:lnTo>
                    <a:pt x="996442" y="154089"/>
                  </a:lnTo>
                  <a:lnTo>
                    <a:pt x="959637" y="175755"/>
                  </a:lnTo>
                  <a:lnTo>
                    <a:pt x="929855" y="205041"/>
                  </a:lnTo>
                  <a:lnTo>
                    <a:pt x="907770" y="241401"/>
                  </a:lnTo>
                  <a:lnTo>
                    <a:pt x="894016" y="284226"/>
                  </a:lnTo>
                  <a:lnTo>
                    <a:pt x="889292" y="332955"/>
                  </a:lnTo>
                  <a:lnTo>
                    <a:pt x="894245" y="381393"/>
                  </a:lnTo>
                  <a:lnTo>
                    <a:pt x="908405" y="423481"/>
                  </a:lnTo>
                  <a:lnTo>
                    <a:pt x="930757" y="458812"/>
                  </a:lnTo>
                  <a:lnTo>
                    <a:pt x="960272" y="486994"/>
                  </a:lnTo>
                  <a:lnTo>
                    <a:pt x="995946" y="507606"/>
                  </a:lnTo>
                  <a:lnTo>
                    <a:pt x="1036726" y="520268"/>
                  </a:lnTo>
                  <a:lnTo>
                    <a:pt x="1081608" y="524573"/>
                  </a:lnTo>
                  <a:lnTo>
                    <a:pt x="1082382" y="524573"/>
                  </a:lnTo>
                  <a:lnTo>
                    <a:pt x="1124318" y="520725"/>
                  </a:lnTo>
                  <a:lnTo>
                    <a:pt x="1164336" y="509054"/>
                  </a:lnTo>
                  <a:lnTo>
                    <a:pt x="1200772" y="489381"/>
                  </a:lnTo>
                  <a:lnTo>
                    <a:pt x="1231976" y="461518"/>
                  </a:lnTo>
                  <a:lnTo>
                    <a:pt x="1245285" y="441693"/>
                  </a:lnTo>
                  <a:lnTo>
                    <a:pt x="1256322" y="425259"/>
                  </a:lnTo>
                  <a:lnTo>
                    <a:pt x="1272120" y="380453"/>
                  </a:lnTo>
                  <a:lnTo>
                    <a:pt x="1277759" y="326885"/>
                  </a:lnTo>
                  <a:close/>
                </a:path>
                <a:path w="1618615" h="525145">
                  <a:moveTo>
                    <a:pt x="1618411" y="150533"/>
                  </a:moveTo>
                  <a:lnTo>
                    <a:pt x="1598650" y="144424"/>
                  </a:lnTo>
                  <a:lnTo>
                    <a:pt x="1576603" y="139865"/>
                  </a:lnTo>
                  <a:lnTo>
                    <a:pt x="1553413" y="137033"/>
                  </a:lnTo>
                  <a:lnTo>
                    <a:pt x="1530223" y="136055"/>
                  </a:lnTo>
                  <a:lnTo>
                    <a:pt x="1474876" y="141300"/>
                  </a:lnTo>
                  <a:lnTo>
                    <a:pt x="1427530" y="156235"/>
                  </a:lnTo>
                  <a:lnTo>
                    <a:pt x="1388376" y="179628"/>
                  </a:lnTo>
                  <a:lnTo>
                    <a:pt x="1357591" y="210299"/>
                  </a:lnTo>
                  <a:lnTo>
                    <a:pt x="1335366" y="247015"/>
                  </a:lnTo>
                  <a:lnTo>
                    <a:pt x="1321904" y="288569"/>
                  </a:lnTo>
                  <a:lnTo>
                    <a:pt x="1317371" y="333743"/>
                  </a:lnTo>
                  <a:lnTo>
                    <a:pt x="1321968" y="381190"/>
                  </a:lnTo>
                  <a:lnTo>
                    <a:pt x="1335392" y="422783"/>
                  </a:lnTo>
                  <a:lnTo>
                    <a:pt x="1357045" y="458012"/>
                  </a:lnTo>
                  <a:lnTo>
                    <a:pt x="1386344" y="486346"/>
                  </a:lnTo>
                  <a:lnTo>
                    <a:pt x="1422704" y="507225"/>
                  </a:lnTo>
                  <a:lnTo>
                    <a:pt x="1465541" y="520153"/>
                  </a:lnTo>
                  <a:lnTo>
                    <a:pt x="1514259" y="524573"/>
                  </a:lnTo>
                  <a:lnTo>
                    <a:pt x="1546148" y="523240"/>
                  </a:lnTo>
                  <a:lnTo>
                    <a:pt x="1599057" y="514007"/>
                  </a:lnTo>
                  <a:lnTo>
                    <a:pt x="1603971" y="421932"/>
                  </a:lnTo>
                  <a:lnTo>
                    <a:pt x="1590116" y="427050"/>
                  </a:lnTo>
                  <a:lnTo>
                    <a:pt x="1574609" y="430872"/>
                  </a:lnTo>
                  <a:lnTo>
                    <a:pt x="1557248" y="433273"/>
                  </a:lnTo>
                  <a:lnTo>
                    <a:pt x="1537817" y="434098"/>
                  </a:lnTo>
                  <a:lnTo>
                    <a:pt x="1498168" y="427329"/>
                  </a:lnTo>
                  <a:lnTo>
                    <a:pt x="1465795" y="407301"/>
                  </a:lnTo>
                  <a:lnTo>
                    <a:pt x="1443951" y="374446"/>
                  </a:lnTo>
                  <a:lnTo>
                    <a:pt x="1435938" y="329196"/>
                  </a:lnTo>
                  <a:lnTo>
                    <a:pt x="1442631" y="287261"/>
                  </a:lnTo>
                  <a:lnTo>
                    <a:pt x="1462659" y="254304"/>
                  </a:lnTo>
                  <a:lnTo>
                    <a:pt x="1494218" y="232752"/>
                  </a:lnTo>
                  <a:lnTo>
                    <a:pt x="1535557" y="225031"/>
                  </a:lnTo>
                  <a:lnTo>
                    <a:pt x="1556562" y="225958"/>
                  </a:lnTo>
                  <a:lnTo>
                    <a:pt x="1574152" y="228447"/>
                  </a:lnTo>
                  <a:lnTo>
                    <a:pt x="1588592" y="232092"/>
                  </a:lnTo>
                  <a:lnTo>
                    <a:pt x="1600174" y="236435"/>
                  </a:lnTo>
                  <a:lnTo>
                    <a:pt x="1618411" y="150533"/>
                  </a:lnTo>
                  <a:close/>
                </a:path>
              </a:pathLst>
            </a:custGeom>
            <a:solidFill>
              <a:schemeClr val="tx1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0" name="object 3">
              <a:extLst>
                <a:ext uri="{FF2B5EF4-FFF2-40B4-BE49-F238E27FC236}">
                  <a16:creationId xmlns:a16="http://schemas.microsoft.com/office/drawing/2014/main" id="{1BA993DD-B802-B0F6-BB6C-691D8C644DF2}"/>
                </a:ext>
              </a:extLst>
            </p:cNvPr>
            <p:cNvSpPr/>
            <p:nvPr userDrawn="1"/>
          </p:nvSpPr>
          <p:spPr>
            <a:xfrm>
              <a:off x="10672317" y="5994129"/>
              <a:ext cx="388620" cy="482600"/>
            </a:xfrm>
            <a:custGeom>
              <a:avLst/>
              <a:gdLst/>
              <a:ahLst/>
              <a:cxnLst/>
              <a:rect l="l" t="t" r="r" b="b"/>
              <a:pathLst>
                <a:path w="388619" h="482600">
                  <a:moveTo>
                    <a:pt x="388176" y="0"/>
                  </a:moveTo>
                  <a:lnTo>
                    <a:pt x="281090" y="0"/>
                  </a:lnTo>
                  <a:lnTo>
                    <a:pt x="281090" y="273331"/>
                  </a:lnTo>
                  <a:lnTo>
                    <a:pt x="275370" y="327965"/>
                  </a:lnTo>
                  <a:lnTo>
                    <a:pt x="258558" y="366414"/>
                  </a:lnTo>
                  <a:lnTo>
                    <a:pt x="231178" y="389143"/>
                  </a:lnTo>
                  <a:lnTo>
                    <a:pt x="193753" y="396616"/>
                  </a:lnTo>
                  <a:lnTo>
                    <a:pt x="157139" y="388845"/>
                  </a:lnTo>
                  <a:lnTo>
                    <a:pt x="130175" y="365621"/>
                  </a:lnTo>
                  <a:lnTo>
                    <a:pt x="113516" y="327072"/>
                  </a:lnTo>
                  <a:lnTo>
                    <a:pt x="107818" y="273331"/>
                  </a:lnTo>
                  <a:lnTo>
                    <a:pt x="107818" y="0"/>
                  </a:lnTo>
                  <a:lnTo>
                    <a:pt x="0" y="0"/>
                  </a:lnTo>
                  <a:lnTo>
                    <a:pt x="0" y="264892"/>
                  </a:lnTo>
                  <a:lnTo>
                    <a:pt x="4253" y="324651"/>
                  </a:lnTo>
                  <a:lnTo>
                    <a:pt x="16765" y="374300"/>
                  </a:lnTo>
                  <a:lnTo>
                    <a:pt x="37165" y="414172"/>
                  </a:lnTo>
                  <a:lnTo>
                    <a:pt x="65082" y="444602"/>
                  </a:lnTo>
                  <a:lnTo>
                    <a:pt x="100145" y="465925"/>
                  </a:lnTo>
                  <a:lnTo>
                    <a:pt x="141983" y="478473"/>
                  </a:lnTo>
                  <a:lnTo>
                    <a:pt x="190224" y="482582"/>
                  </a:lnTo>
                  <a:lnTo>
                    <a:pt x="240229" y="478290"/>
                  </a:lnTo>
                  <a:lnTo>
                    <a:pt x="283689" y="465335"/>
                  </a:lnTo>
                  <a:lnTo>
                    <a:pt x="320188" y="443592"/>
                  </a:lnTo>
                  <a:lnTo>
                    <a:pt x="349304" y="412939"/>
                  </a:lnTo>
                  <a:lnTo>
                    <a:pt x="370620" y="373254"/>
                  </a:lnTo>
                  <a:lnTo>
                    <a:pt x="383717" y="324414"/>
                  </a:lnTo>
                  <a:lnTo>
                    <a:pt x="388176" y="266295"/>
                  </a:lnTo>
                  <a:lnTo>
                    <a:pt x="38817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grpSp>
          <p:nvGrpSpPr>
            <p:cNvPr id="11" name="object 4">
              <a:extLst>
                <a:ext uri="{FF2B5EF4-FFF2-40B4-BE49-F238E27FC236}">
                  <a16:creationId xmlns:a16="http://schemas.microsoft.com/office/drawing/2014/main" id="{C3421982-2587-852B-E105-195C0E7D9D9F}"/>
                </a:ext>
              </a:extLst>
            </p:cNvPr>
            <p:cNvGrpSpPr/>
            <p:nvPr userDrawn="1"/>
          </p:nvGrpSpPr>
          <p:grpSpPr>
            <a:xfrm>
              <a:off x="11114331" y="5879067"/>
              <a:ext cx="445770" cy="598170"/>
              <a:chOff x="18406074" y="10234089"/>
              <a:chExt cx="445770" cy="598170"/>
            </a:xfrm>
          </p:grpSpPr>
          <p:sp>
            <p:nvSpPr>
              <p:cNvPr id="12" name="object 5">
                <a:extLst>
                  <a:ext uri="{FF2B5EF4-FFF2-40B4-BE49-F238E27FC236}">
                    <a16:creationId xmlns:a16="http://schemas.microsoft.com/office/drawing/2014/main" id="{7422255E-C44F-6988-4785-AAC71FA19F3B}"/>
                  </a:ext>
                </a:extLst>
              </p:cNvPr>
              <p:cNvSpPr/>
              <p:nvPr/>
            </p:nvSpPr>
            <p:spPr>
              <a:xfrm>
                <a:off x="18406074" y="10341395"/>
                <a:ext cx="376555" cy="490855"/>
              </a:xfrm>
              <a:custGeom>
                <a:avLst/>
                <a:gdLst/>
                <a:ahLst/>
                <a:cxnLst/>
                <a:rect l="l" t="t" r="r" b="b"/>
                <a:pathLst>
                  <a:path w="376555" h="490854">
                    <a:moveTo>
                      <a:pt x="259248" y="0"/>
                    </a:moveTo>
                    <a:lnTo>
                      <a:pt x="212510" y="3315"/>
                    </a:lnTo>
                    <a:lnTo>
                      <a:pt x="168577" y="13160"/>
                    </a:lnTo>
                    <a:lnTo>
                      <a:pt x="128168" y="29385"/>
                    </a:lnTo>
                    <a:lnTo>
                      <a:pt x="92002" y="51838"/>
                    </a:lnTo>
                    <a:lnTo>
                      <a:pt x="60799" y="80367"/>
                    </a:lnTo>
                    <a:lnTo>
                      <a:pt x="35278" y="114822"/>
                    </a:lnTo>
                    <a:lnTo>
                      <a:pt x="16158" y="155053"/>
                    </a:lnTo>
                    <a:lnTo>
                      <a:pt x="4159" y="200906"/>
                    </a:lnTo>
                    <a:lnTo>
                      <a:pt x="0" y="252233"/>
                    </a:lnTo>
                    <a:lnTo>
                      <a:pt x="3124" y="296015"/>
                    </a:lnTo>
                    <a:lnTo>
                      <a:pt x="12470" y="336820"/>
                    </a:lnTo>
                    <a:lnTo>
                      <a:pt x="27997" y="374067"/>
                    </a:lnTo>
                    <a:lnTo>
                      <a:pt x="49665" y="407177"/>
                    </a:lnTo>
                    <a:lnTo>
                      <a:pt x="77432" y="435568"/>
                    </a:lnTo>
                    <a:lnTo>
                      <a:pt x="111258" y="458660"/>
                    </a:lnTo>
                    <a:lnTo>
                      <a:pt x="151102" y="475874"/>
                    </a:lnTo>
                    <a:lnTo>
                      <a:pt x="196924" y="486627"/>
                    </a:lnTo>
                    <a:lnTo>
                      <a:pt x="248683" y="490341"/>
                    </a:lnTo>
                    <a:lnTo>
                      <a:pt x="289323" y="488424"/>
                    </a:lnTo>
                    <a:lnTo>
                      <a:pt x="323888" y="483469"/>
                    </a:lnTo>
                    <a:lnTo>
                      <a:pt x="351317" y="476664"/>
                    </a:lnTo>
                    <a:lnTo>
                      <a:pt x="370554" y="469200"/>
                    </a:lnTo>
                    <a:lnTo>
                      <a:pt x="354355" y="385380"/>
                    </a:lnTo>
                    <a:lnTo>
                      <a:pt x="336022" y="391357"/>
                    </a:lnTo>
                    <a:lnTo>
                      <a:pt x="313851" y="396278"/>
                    </a:lnTo>
                    <a:lnTo>
                      <a:pt x="289564" y="399616"/>
                    </a:lnTo>
                    <a:lnTo>
                      <a:pt x="264881" y="400846"/>
                    </a:lnTo>
                    <a:lnTo>
                      <a:pt x="212272" y="393858"/>
                    </a:lnTo>
                    <a:lnTo>
                      <a:pt x="169943" y="373685"/>
                    </a:lnTo>
                    <a:lnTo>
                      <a:pt x="138704" y="341508"/>
                    </a:lnTo>
                    <a:lnTo>
                      <a:pt x="119366" y="298511"/>
                    </a:lnTo>
                    <a:lnTo>
                      <a:pt x="112740" y="245877"/>
                    </a:lnTo>
                    <a:lnTo>
                      <a:pt x="120306" y="188964"/>
                    </a:lnTo>
                    <a:lnTo>
                      <a:pt x="141498" y="144930"/>
                    </a:lnTo>
                    <a:lnTo>
                      <a:pt x="174052" y="113642"/>
                    </a:lnTo>
                    <a:lnTo>
                      <a:pt x="215707" y="94967"/>
                    </a:lnTo>
                    <a:lnTo>
                      <a:pt x="264201" y="88772"/>
                    </a:lnTo>
                    <a:lnTo>
                      <a:pt x="291260" y="90238"/>
                    </a:lnTo>
                    <a:lnTo>
                      <a:pt x="315349" y="94150"/>
                    </a:lnTo>
                    <a:lnTo>
                      <a:pt x="336402" y="99775"/>
                    </a:lnTo>
                    <a:lnTo>
                      <a:pt x="354355" y="106384"/>
                    </a:lnTo>
                    <a:lnTo>
                      <a:pt x="376208" y="21161"/>
                    </a:lnTo>
                    <a:lnTo>
                      <a:pt x="357739" y="13689"/>
                    </a:lnTo>
                    <a:lnTo>
                      <a:pt x="331471" y="6878"/>
                    </a:lnTo>
                    <a:lnTo>
                      <a:pt x="298332" y="1917"/>
                    </a:lnTo>
                    <a:lnTo>
                      <a:pt x="259248" y="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pic>
            <p:nvPicPr>
              <p:cNvPr id="13" name="object 6">
                <a:extLst>
                  <a:ext uri="{FF2B5EF4-FFF2-40B4-BE49-F238E27FC236}">
                    <a16:creationId xmlns:a16="http://schemas.microsoft.com/office/drawing/2014/main" id="{C9735AE4-9BC0-BA7F-18A3-3B4538726A97}"/>
                  </a:ext>
                </a:extLst>
              </p:cNvPr>
              <p:cNvPicPr/>
              <p:nvPr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739823" y="10234089"/>
                <a:ext cx="111954" cy="111944"/>
              </a:xfrm>
              <a:prstGeom prst="rect">
                <a:avLst/>
              </a:prstGeom>
            </p:spPr>
          </p:pic>
        </p:grpSp>
      </p:grpSp>
      <p:pic>
        <p:nvPicPr>
          <p:cNvPr id="3" name="Imagen 2">
            <a:extLst>
              <a:ext uri="{FF2B5EF4-FFF2-40B4-BE49-F238E27FC236}">
                <a16:creationId xmlns:a16="http://schemas.microsoft.com/office/drawing/2014/main" id="{0B8A2F42-00CA-3BF5-D8D0-4B68FE7E882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 rot="5400000">
            <a:off x="2714468" y="4342374"/>
            <a:ext cx="119408" cy="42389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51254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RIO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C97BCC7D-6F08-8B7A-0AE6-494B19B085FA}"/>
              </a:ext>
            </a:extLst>
          </p:cNvPr>
          <p:cNvSpPr/>
          <p:nvPr userDrawn="1"/>
        </p:nvSpPr>
        <p:spPr>
          <a:xfrm>
            <a:off x="0" y="0"/>
            <a:ext cx="4459705" cy="6858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989D0323-C2ED-C0E8-73FE-BEAB8CFEAEB8}"/>
              </a:ext>
            </a:extLst>
          </p:cNvPr>
          <p:cNvSpPr/>
          <p:nvPr userDrawn="1"/>
        </p:nvSpPr>
        <p:spPr>
          <a:xfrm>
            <a:off x="970947" y="900877"/>
            <a:ext cx="3748474" cy="5056245"/>
          </a:xfrm>
          <a:prstGeom prst="rect">
            <a:avLst/>
          </a:prstGeom>
          <a:solidFill>
            <a:srgbClr val="4E7CD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pic>
        <p:nvPicPr>
          <p:cNvPr id="4" name="Gráfico 3">
            <a:extLst>
              <a:ext uri="{FF2B5EF4-FFF2-40B4-BE49-F238E27FC236}">
                <a16:creationId xmlns:a16="http://schemas.microsoft.com/office/drawing/2014/main" id="{3A500616-0E5D-9D67-2AD4-83DFD6FEB76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rot="5400000" flipV="1">
            <a:off x="10929134" y="3487483"/>
            <a:ext cx="2392160" cy="133572"/>
          </a:xfrm>
          <a:prstGeom prst="rect">
            <a:avLst/>
          </a:prstGeom>
        </p:spPr>
      </p:pic>
      <p:sp>
        <p:nvSpPr>
          <p:cNvPr id="15" name="Marcador de título 1">
            <a:extLst>
              <a:ext uri="{FF2B5EF4-FFF2-40B4-BE49-F238E27FC236}">
                <a16:creationId xmlns:a16="http://schemas.microsoft.com/office/drawing/2014/main" id="{F57429FB-BAB3-46DE-9370-D3C110C6572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77466" y="2219158"/>
            <a:ext cx="2805775" cy="16273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z="3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s-MX" dirty="0"/>
              <a:t>Haz clic para modificar título</a:t>
            </a:r>
            <a:endParaRPr lang="es-CL" dirty="0"/>
          </a:p>
        </p:txBody>
      </p:sp>
      <p:sp>
        <p:nvSpPr>
          <p:cNvPr id="16" name="Marcador de texto 2">
            <a:extLst>
              <a:ext uri="{FF2B5EF4-FFF2-40B4-BE49-F238E27FC236}">
                <a16:creationId xmlns:a16="http://schemas.microsoft.com/office/drawing/2014/main" id="{4F8D0BB2-7009-A53E-830B-0224847CA34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477466" y="4008906"/>
            <a:ext cx="2805775" cy="7463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MX" dirty="0"/>
              <a:t>Haz clic para modificar bajada</a:t>
            </a:r>
            <a:endParaRPr lang="es-CL" dirty="0"/>
          </a:p>
        </p:txBody>
      </p:sp>
      <p:grpSp>
        <p:nvGrpSpPr>
          <p:cNvPr id="6" name="Grupo 5">
            <a:extLst>
              <a:ext uri="{FF2B5EF4-FFF2-40B4-BE49-F238E27FC236}">
                <a16:creationId xmlns:a16="http://schemas.microsoft.com/office/drawing/2014/main" id="{30600BA2-FE25-D617-556A-284E126C4526}"/>
              </a:ext>
            </a:extLst>
          </p:cNvPr>
          <p:cNvGrpSpPr/>
          <p:nvPr userDrawn="1"/>
        </p:nvGrpSpPr>
        <p:grpSpPr>
          <a:xfrm>
            <a:off x="10559057" y="6273209"/>
            <a:ext cx="1405082" cy="320986"/>
            <a:chOff x="8941676" y="5879067"/>
            <a:chExt cx="2618425" cy="598170"/>
          </a:xfrm>
        </p:grpSpPr>
        <p:sp>
          <p:nvSpPr>
            <p:cNvPr id="7" name="object 2">
              <a:extLst>
                <a:ext uri="{FF2B5EF4-FFF2-40B4-BE49-F238E27FC236}">
                  <a16:creationId xmlns:a16="http://schemas.microsoft.com/office/drawing/2014/main" id="{214DF2C4-F04D-3C80-781C-59FD036C679C}"/>
                </a:ext>
              </a:extLst>
            </p:cNvPr>
            <p:cNvSpPr/>
            <p:nvPr userDrawn="1"/>
          </p:nvSpPr>
          <p:spPr>
            <a:xfrm>
              <a:off x="8941676" y="5949980"/>
              <a:ext cx="1618615" cy="525145"/>
            </a:xfrm>
            <a:custGeom>
              <a:avLst/>
              <a:gdLst/>
              <a:ahLst/>
              <a:cxnLst/>
              <a:rect l="l" t="t" r="r" b="b"/>
              <a:pathLst>
                <a:path w="1618615" h="525145">
                  <a:moveTo>
                    <a:pt x="453097" y="247865"/>
                  </a:moveTo>
                  <a:lnTo>
                    <a:pt x="449186" y="196367"/>
                  </a:lnTo>
                  <a:lnTo>
                    <a:pt x="437921" y="151307"/>
                  </a:lnTo>
                  <a:lnTo>
                    <a:pt x="419925" y="112522"/>
                  </a:lnTo>
                  <a:lnTo>
                    <a:pt x="395884" y="79870"/>
                  </a:lnTo>
                  <a:lnTo>
                    <a:pt x="366445" y="53213"/>
                  </a:lnTo>
                  <a:lnTo>
                    <a:pt x="330708" y="31546"/>
                  </a:lnTo>
                  <a:lnTo>
                    <a:pt x="330708" y="251650"/>
                  </a:lnTo>
                  <a:lnTo>
                    <a:pt x="325094" y="307492"/>
                  </a:lnTo>
                  <a:lnTo>
                    <a:pt x="308851" y="352729"/>
                  </a:lnTo>
                  <a:lnTo>
                    <a:pt x="282892" y="387540"/>
                  </a:lnTo>
                  <a:lnTo>
                    <a:pt x="248132" y="412089"/>
                  </a:lnTo>
                  <a:lnTo>
                    <a:pt x="205486" y="426542"/>
                  </a:lnTo>
                  <a:lnTo>
                    <a:pt x="155841" y="431076"/>
                  </a:lnTo>
                  <a:lnTo>
                    <a:pt x="145161" y="431038"/>
                  </a:lnTo>
                  <a:lnTo>
                    <a:pt x="134264" y="430784"/>
                  </a:lnTo>
                  <a:lnTo>
                    <a:pt x="124079" y="430098"/>
                  </a:lnTo>
                  <a:lnTo>
                    <a:pt x="115519" y="428764"/>
                  </a:lnTo>
                  <a:lnTo>
                    <a:pt x="115519" y="93497"/>
                  </a:lnTo>
                  <a:lnTo>
                    <a:pt x="124383" y="91821"/>
                  </a:lnTo>
                  <a:lnTo>
                    <a:pt x="136080" y="90347"/>
                  </a:lnTo>
                  <a:lnTo>
                    <a:pt x="150622" y="89319"/>
                  </a:lnTo>
                  <a:lnTo>
                    <a:pt x="168008" y="88925"/>
                  </a:lnTo>
                  <a:lnTo>
                    <a:pt x="214909" y="93319"/>
                  </a:lnTo>
                  <a:lnTo>
                    <a:pt x="254800" y="106616"/>
                  </a:lnTo>
                  <a:lnTo>
                    <a:pt x="286994" y="128943"/>
                  </a:lnTo>
                  <a:lnTo>
                    <a:pt x="310832" y="160464"/>
                  </a:lnTo>
                  <a:lnTo>
                    <a:pt x="325628" y="201320"/>
                  </a:lnTo>
                  <a:lnTo>
                    <a:pt x="330708" y="251650"/>
                  </a:lnTo>
                  <a:lnTo>
                    <a:pt x="330708" y="31546"/>
                  </a:lnTo>
                  <a:lnTo>
                    <a:pt x="326796" y="29171"/>
                  </a:lnTo>
                  <a:lnTo>
                    <a:pt x="279666" y="12636"/>
                  </a:lnTo>
                  <a:lnTo>
                    <a:pt x="223278" y="3073"/>
                  </a:lnTo>
                  <a:lnTo>
                    <a:pt x="155841" y="0"/>
                  </a:lnTo>
                  <a:lnTo>
                    <a:pt x="113093" y="711"/>
                  </a:lnTo>
                  <a:lnTo>
                    <a:pt x="72212" y="2857"/>
                  </a:lnTo>
                  <a:lnTo>
                    <a:pt x="34175" y="6413"/>
                  </a:lnTo>
                  <a:lnTo>
                    <a:pt x="0" y="11417"/>
                  </a:lnTo>
                  <a:lnTo>
                    <a:pt x="0" y="513930"/>
                  </a:lnTo>
                  <a:lnTo>
                    <a:pt x="23964" y="516724"/>
                  </a:lnTo>
                  <a:lnTo>
                    <a:pt x="53784" y="519150"/>
                  </a:lnTo>
                  <a:lnTo>
                    <a:pt x="89585" y="520877"/>
                  </a:lnTo>
                  <a:lnTo>
                    <a:pt x="131495" y="521525"/>
                  </a:lnTo>
                  <a:lnTo>
                    <a:pt x="189534" y="518960"/>
                  </a:lnTo>
                  <a:lnTo>
                    <a:pt x="242811" y="511162"/>
                  </a:lnTo>
                  <a:lnTo>
                    <a:pt x="290804" y="498043"/>
                  </a:lnTo>
                  <a:lnTo>
                    <a:pt x="332955" y="479501"/>
                  </a:lnTo>
                  <a:lnTo>
                    <a:pt x="368719" y="455409"/>
                  </a:lnTo>
                  <a:lnTo>
                    <a:pt x="396163" y="427177"/>
                  </a:lnTo>
                  <a:lnTo>
                    <a:pt x="419430" y="392518"/>
                  </a:lnTo>
                  <a:lnTo>
                    <a:pt x="437400" y="351231"/>
                  </a:lnTo>
                  <a:lnTo>
                    <a:pt x="448983" y="303085"/>
                  </a:lnTo>
                  <a:lnTo>
                    <a:pt x="453097" y="247865"/>
                  </a:lnTo>
                  <a:close/>
                </a:path>
                <a:path w="1618615" h="525145">
                  <a:moveTo>
                    <a:pt x="849947" y="516191"/>
                  </a:moveTo>
                  <a:lnTo>
                    <a:pt x="848817" y="491236"/>
                  </a:lnTo>
                  <a:lnTo>
                    <a:pt x="847839" y="463080"/>
                  </a:lnTo>
                  <a:lnTo>
                    <a:pt x="847140" y="431634"/>
                  </a:lnTo>
                  <a:lnTo>
                    <a:pt x="846874" y="396836"/>
                  </a:lnTo>
                  <a:lnTo>
                    <a:pt x="846874" y="144449"/>
                  </a:lnTo>
                  <a:lnTo>
                    <a:pt x="731316" y="144449"/>
                  </a:lnTo>
                  <a:lnTo>
                    <a:pt x="731316" y="365671"/>
                  </a:lnTo>
                  <a:lnTo>
                    <a:pt x="731037" y="372808"/>
                  </a:lnTo>
                  <a:lnTo>
                    <a:pt x="707301" y="417766"/>
                  </a:lnTo>
                  <a:lnTo>
                    <a:pt x="668985" y="431076"/>
                  </a:lnTo>
                  <a:lnTo>
                    <a:pt x="642531" y="425119"/>
                  </a:lnTo>
                  <a:lnTo>
                    <a:pt x="624332" y="407974"/>
                  </a:lnTo>
                  <a:lnTo>
                    <a:pt x="613841" y="380707"/>
                  </a:lnTo>
                  <a:lnTo>
                    <a:pt x="610463" y="344398"/>
                  </a:lnTo>
                  <a:lnTo>
                    <a:pt x="610463" y="144449"/>
                  </a:lnTo>
                  <a:lnTo>
                    <a:pt x="494906" y="144449"/>
                  </a:lnTo>
                  <a:lnTo>
                    <a:pt x="494906" y="362623"/>
                  </a:lnTo>
                  <a:lnTo>
                    <a:pt x="501205" y="423557"/>
                  </a:lnTo>
                  <a:lnTo>
                    <a:pt x="519036" y="469226"/>
                  </a:lnTo>
                  <a:lnTo>
                    <a:pt x="546785" y="500634"/>
                  </a:lnTo>
                  <a:lnTo>
                    <a:pt x="582866" y="518756"/>
                  </a:lnTo>
                  <a:lnTo>
                    <a:pt x="625652" y="524573"/>
                  </a:lnTo>
                  <a:lnTo>
                    <a:pt x="670026" y="518274"/>
                  </a:lnTo>
                  <a:lnTo>
                    <a:pt x="703491" y="502716"/>
                  </a:lnTo>
                  <a:lnTo>
                    <a:pt x="727113" y="482879"/>
                  </a:lnTo>
                  <a:lnTo>
                    <a:pt x="741972" y="463753"/>
                  </a:lnTo>
                  <a:lnTo>
                    <a:pt x="744245" y="463753"/>
                  </a:lnTo>
                  <a:lnTo>
                    <a:pt x="749592" y="516191"/>
                  </a:lnTo>
                  <a:lnTo>
                    <a:pt x="849947" y="516191"/>
                  </a:lnTo>
                  <a:close/>
                </a:path>
                <a:path w="1618615" h="525145">
                  <a:moveTo>
                    <a:pt x="1277759" y="326885"/>
                  </a:moveTo>
                  <a:lnTo>
                    <a:pt x="1273225" y="280898"/>
                  </a:lnTo>
                  <a:lnTo>
                    <a:pt x="1260055" y="239864"/>
                  </a:lnTo>
                  <a:lnTo>
                    <a:pt x="1247533" y="218948"/>
                  </a:lnTo>
                  <a:lnTo>
                    <a:pt x="1238923" y="204558"/>
                  </a:lnTo>
                  <a:lnTo>
                    <a:pt x="1210513" y="175742"/>
                  </a:lnTo>
                  <a:lnTo>
                    <a:pt x="1175537" y="154216"/>
                  </a:lnTo>
                  <a:lnTo>
                    <a:pt x="1157643" y="148323"/>
                  </a:lnTo>
                  <a:lnTo>
                    <a:pt x="1157643" y="329958"/>
                  </a:lnTo>
                  <a:lnTo>
                    <a:pt x="1152537" y="375627"/>
                  </a:lnTo>
                  <a:lnTo>
                    <a:pt x="1137881" y="410908"/>
                  </a:lnTo>
                  <a:lnTo>
                    <a:pt x="1114679" y="433641"/>
                  </a:lnTo>
                  <a:lnTo>
                    <a:pt x="1083906" y="441693"/>
                  </a:lnTo>
                  <a:lnTo>
                    <a:pt x="1083157" y="441693"/>
                  </a:lnTo>
                  <a:lnTo>
                    <a:pt x="1050861" y="433222"/>
                  </a:lnTo>
                  <a:lnTo>
                    <a:pt x="1027264" y="409867"/>
                  </a:lnTo>
                  <a:lnTo>
                    <a:pt x="1012799" y="374675"/>
                  </a:lnTo>
                  <a:lnTo>
                    <a:pt x="1007884" y="330708"/>
                  </a:lnTo>
                  <a:lnTo>
                    <a:pt x="1012063" y="289839"/>
                  </a:lnTo>
                  <a:lnTo>
                    <a:pt x="1025372" y="254025"/>
                  </a:lnTo>
                  <a:lnTo>
                    <a:pt x="1048931" y="228612"/>
                  </a:lnTo>
                  <a:lnTo>
                    <a:pt x="1083906" y="218948"/>
                  </a:lnTo>
                  <a:lnTo>
                    <a:pt x="1117574" y="228612"/>
                  </a:lnTo>
                  <a:lnTo>
                    <a:pt x="1140447" y="253936"/>
                  </a:lnTo>
                  <a:lnTo>
                    <a:pt x="1153502" y="289521"/>
                  </a:lnTo>
                  <a:lnTo>
                    <a:pt x="1157643" y="329958"/>
                  </a:lnTo>
                  <a:lnTo>
                    <a:pt x="1157643" y="148323"/>
                  </a:lnTo>
                  <a:lnTo>
                    <a:pt x="1134618" y="140728"/>
                  </a:lnTo>
                  <a:lnTo>
                    <a:pt x="1088466" y="136067"/>
                  </a:lnTo>
                  <a:lnTo>
                    <a:pt x="1039609" y="140665"/>
                  </a:lnTo>
                  <a:lnTo>
                    <a:pt x="996442" y="154089"/>
                  </a:lnTo>
                  <a:lnTo>
                    <a:pt x="959637" y="175755"/>
                  </a:lnTo>
                  <a:lnTo>
                    <a:pt x="929855" y="205041"/>
                  </a:lnTo>
                  <a:lnTo>
                    <a:pt x="907770" y="241401"/>
                  </a:lnTo>
                  <a:lnTo>
                    <a:pt x="894016" y="284226"/>
                  </a:lnTo>
                  <a:lnTo>
                    <a:pt x="889292" y="332955"/>
                  </a:lnTo>
                  <a:lnTo>
                    <a:pt x="894245" y="381393"/>
                  </a:lnTo>
                  <a:lnTo>
                    <a:pt x="908405" y="423481"/>
                  </a:lnTo>
                  <a:lnTo>
                    <a:pt x="930757" y="458812"/>
                  </a:lnTo>
                  <a:lnTo>
                    <a:pt x="960272" y="486994"/>
                  </a:lnTo>
                  <a:lnTo>
                    <a:pt x="995946" y="507606"/>
                  </a:lnTo>
                  <a:lnTo>
                    <a:pt x="1036726" y="520268"/>
                  </a:lnTo>
                  <a:lnTo>
                    <a:pt x="1081608" y="524573"/>
                  </a:lnTo>
                  <a:lnTo>
                    <a:pt x="1082382" y="524573"/>
                  </a:lnTo>
                  <a:lnTo>
                    <a:pt x="1124318" y="520725"/>
                  </a:lnTo>
                  <a:lnTo>
                    <a:pt x="1164336" y="509054"/>
                  </a:lnTo>
                  <a:lnTo>
                    <a:pt x="1200772" y="489381"/>
                  </a:lnTo>
                  <a:lnTo>
                    <a:pt x="1231976" y="461518"/>
                  </a:lnTo>
                  <a:lnTo>
                    <a:pt x="1245285" y="441693"/>
                  </a:lnTo>
                  <a:lnTo>
                    <a:pt x="1256322" y="425259"/>
                  </a:lnTo>
                  <a:lnTo>
                    <a:pt x="1272120" y="380453"/>
                  </a:lnTo>
                  <a:lnTo>
                    <a:pt x="1277759" y="326885"/>
                  </a:lnTo>
                  <a:close/>
                </a:path>
                <a:path w="1618615" h="525145">
                  <a:moveTo>
                    <a:pt x="1618411" y="150533"/>
                  </a:moveTo>
                  <a:lnTo>
                    <a:pt x="1598650" y="144424"/>
                  </a:lnTo>
                  <a:lnTo>
                    <a:pt x="1576603" y="139865"/>
                  </a:lnTo>
                  <a:lnTo>
                    <a:pt x="1553413" y="137033"/>
                  </a:lnTo>
                  <a:lnTo>
                    <a:pt x="1530223" y="136055"/>
                  </a:lnTo>
                  <a:lnTo>
                    <a:pt x="1474876" y="141300"/>
                  </a:lnTo>
                  <a:lnTo>
                    <a:pt x="1427530" y="156235"/>
                  </a:lnTo>
                  <a:lnTo>
                    <a:pt x="1388376" y="179628"/>
                  </a:lnTo>
                  <a:lnTo>
                    <a:pt x="1357591" y="210299"/>
                  </a:lnTo>
                  <a:lnTo>
                    <a:pt x="1335366" y="247015"/>
                  </a:lnTo>
                  <a:lnTo>
                    <a:pt x="1321904" y="288569"/>
                  </a:lnTo>
                  <a:lnTo>
                    <a:pt x="1317371" y="333743"/>
                  </a:lnTo>
                  <a:lnTo>
                    <a:pt x="1321968" y="381190"/>
                  </a:lnTo>
                  <a:lnTo>
                    <a:pt x="1335392" y="422783"/>
                  </a:lnTo>
                  <a:lnTo>
                    <a:pt x="1357045" y="458012"/>
                  </a:lnTo>
                  <a:lnTo>
                    <a:pt x="1386344" y="486346"/>
                  </a:lnTo>
                  <a:lnTo>
                    <a:pt x="1422704" y="507225"/>
                  </a:lnTo>
                  <a:lnTo>
                    <a:pt x="1465541" y="520153"/>
                  </a:lnTo>
                  <a:lnTo>
                    <a:pt x="1514259" y="524573"/>
                  </a:lnTo>
                  <a:lnTo>
                    <a:pt x="1546148" y="523240"/>
                  </a:lnTo>
                  <a:lnTo>
                    <a:pt x="1599057" y="514007"/>
                  </a:lnTo>
                  <a:lnTo>
                    <a:pt x="1603971" y="421932"/>
                  </a:lnTo>
                  <a:lnTo>
                    <a:pt x="1590116" y="427050"/>
                  </a:lnTo>
                  <a:lnTo>
                    <a:pt x="1574609" y="430872"/>
                  </a:lnTo>
                  <a:lnTo>
                    <a:pt x="1557248" y="433273"/>
                  </a:lnTo>
                  <a:lnTo>
                    <a:pt x="1537817" y="434098"/>
                  </a:lnTo>
                  <a:lnTo>
                    <a:pt x="1498168" y="427329"/>
                  </a:lnTo>
                  <a:lnTo>
                    <a:pt x="1465795" y="407301"/>
                  </a:lnTo>
                  <a:lnTo>
                    <a:pt x="1443951" y="374446"/>
                  </a:lnTo>
                  <a:lnTo>
                    <a:pt x="1435938" y="329196"/>
                  </a:lnTo>
                  <a:lnTo>
                    <a:pt x="1442631" y="287261"/>
                  </a:lnTo>
                  <a:lnTo>
                    <a:pt x="1462659" y="254304"/>
                  </a:lnTo>
                  <a:lnTo>
                    <a:pt x="1494218" y="232752"/>
                  </a:lnTo>
                  <a:lnTo>
                    <a:pt x="1535557" y="225031"/>
                  </a:lnTo>
                  <a:lnTo>
                    <a:pt x="1556562" y="225958"/>
                  </a:lnTo>
                  <a:lnTo>
                    <a:pt x="1574152" y="228447"/>
                  </a:lnTo>
                  <a:lnTo>
                    <a:pt x="1588592" y="232092"/>
                  </a:lnTo>
                  <a:lnTo>
                    <a:pt x="1600174" y="236435"/>
                  </a:lnTo>
                  <a:lnTo>
                    <a:pt x="1618411" y="150533"/>
                  </a:lnTo>
                  <a:close/>
                </a:path>
              </a:pathLst>
            </a:custGeom>
            <a:solidFill>
              <a:schemeClr val="tx1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8" name="object 3">
              <a:extLst>
                <a:ext uri="{FF2B5EF4-FFF2-40B4-BE49-F238E27FC236}">
                  <a16:creationId xmlns:a16="http://schemas.microsoft.com/office/drawing/2014/main" id="{6664B434-EC06-B2A1-112A-CFBBD91843D1}"/>
                </a:ext>
              </a:extLst>
            </p:cNvPr>
            <p:cNvSpPr/>
            <p:nvPr userDrawn="1"/>
          </p:nvSpPr>
          <p:spPr>
            <a:xfrm>
              <a:off x="10672317" y="5994129"/>
              <a:ext cx="388620" cy="482600"/>
            </a:xfrm>
            <a:custGeom>
              <a:avLst/>
              <a:gdLst/>
              <a:ahLst/>
              <a:cxnLst/>
              <a:rect l="l" t="t" r="r" b="b"/>
              <a:pathLst>
                <a:path w="388619" h="482600">
                  <a:moveTo>
                    <a:pt x="388176" y="0"/>
                  </a:moveTo>
                  <a:lnTo>
                    <a:pt x="281090" y="0"/>
                  </a:lnTo>
                  <a:lnTo>
                    <a:pt x="281090" y="273331"/>
                  </a:lnTo>
                  <a:lnTo>
                    <a:pt x="275370" y="327965"/>
                  </a:lnTo>
                  <a:lnTo>
                    <a:pt x="258558" y="366414"/>
                  </a:lnTo>
                  <a:lnTo>
                    <a:pt x="231178" y="389143"/>
                  </a:lnTo>
                  <a:lnTo>
                    <a:pt x="193753" y="396616"/>
                  </a:lnTo>
                  <a:lnTo>
                    <a:pt x="157139" y="388845"/>
                  </a:lnTo>
                  <a:lnTo>
                    <a:pt x="130175" y="365621"/>
                  </a:lnTo>
                  <a:lnTo>
                    <a:pt x="113516" y="327072"/>
                  </a:lnTo>
                  <a:lnTo>
                    <a:pt x="107818" y="273331"/>
                  </a:lnTo>
                  <a:lnTo>
                    <a:pt x="107818" y="0"/>
                  </a:lnTo>
                  <a:lnTo>
                    <a:pt x="0" y="0"/>
                  </a:lnTo>
                  <a:lnTo>
                    <a:pt x="0" y="264892"/>
                  </a:lnTo>
                  <a:lnTo>
                    <a:pt x="4253" y="324651"/>
                  </a:lnTo>
                  <a:lnTo>
                    <a:pt x="16765" y="374300"/>
                  </a:lnTo>
                  <a:lnTo>
                    <a:pt x="37165" y="414172"/>
                  </a:lnTo>
                  <a:lnTo>
                    <a:pt x="65082" y="444602"/>
                  </a:lnTo>
                  <a:lnTo>
                    <a:pt x="100145" y="465925"/>
                  </a:lnTo>
                  <a:lnTo>
                    <a:pt x="141983" y="478473"/>
                  </a:lnTo>
                  <a:lnTo>
                    <a:pt x="190224" y="482582"/>
                  </a:lnTo>
                  <a:lnTo>
                    <a:pt x="240229" y="478290"/>
                  </a:lnTo>
                  <a:lnTo>
                    <a:pt x="283689" y="465335"/>
                  </a:lnTo>
                  <a:lnTo>
                    <a:pt x="320188" y="443592"/>
                  </a:lnTo>
                  <a:lnTo>
                    <a:pt x="349304" y="412939"/>
                  </a:lnTo>
                  <a:lnTo>
                    <a:pt x="370620" y="373254"/>
                  </a:lnTo>
                  <a:lnTo>
                    <a:pt x="383717" y="324414"/>
                  </a:lnTo>
                  <a:lnTo>
                    <a:pt x="388176" y="266295"/>
                  </a:lnTo>
                  <a:lnTo>
                    <a:pt x="38817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grpSp>
          <p:nvGrpSpPr>
            <p:cNvPr id="17" name="object 4">
              <a:extLst>
                <a:ext uri="{FF2B5EF4-FFF2-40B4-BE49-F238E27FC236}">
                  <a16:creationId xmlns:a16="http://schemas.microsoft.com/office/drawing/2014/main" id="{78BE0504-3454-CB76-4D2B-96730BFC194F}"/>
                </a:ext>
              </a:extLst>
            </p:cNvPr>
            <p:cNvGrpSpPr/>
            <p:nvPr userDrawn="1"/>
          </p:nvGrpSpPr>
          <p:grpSpPr>
            <a:xfrm>
              <a:off x="11114331" y="5879067"/>
              <a:ext cx="445770" cy="598170"/>
              <a:chOff x="18406074" y="10234089"/>
              <a:chExt cx="445770" cy="598170"/>
            </a:xfrm>
          </p:grpSpPr>
          <p:sp>
            <p:nvSpPr>
              <p:cNvPr id="18" name="object 5">
                <a:extLst>
                  <a:ext uri="{FF2B5EF4-FFF2-40B4-BE49-F238E27FC236}">
                    <a16:creationId xmlns:a16="http://schemas.microsoft.com/office/drawing/2014/main" id="{E08B512B-19D5-31EE-38BB-ECE0FD6B8C78}"/>
                  </a:ext>
                </a:extLst>
              </p:cNvPr>
              <p:cNvSpPr/>
              <p:nvPr/>
            </p:nvSpPr>
            <p:spPr>
              <a:xfrm>
                <a:off x="18406074" y="10341395"/>
                <a:ext cx="376555" cy="490855"/>
              </a:xfrm>
              <a:custGeom>
                <a:avLst/>
                <a:gdLst/>
                <a:ahLst/>
                <a:cxnLst/>
                <a:rect l="l" t="t" r="r" b="b"/>
                <a:pathLst>
                  <a:path w="376555" h="490854">
                    <a:moveTo>
                      <a:pt x="259248" y="0"/>
                    </a:moveTo>
                    <a:lnTo>
                      <a:pt x="212510" y="3315"/>
                    </a:lnTo>
                    <a:lnTo>
                      <a:pt x="168577" y="13160"/>
                    </a:lnTo>
                    <a:lnTo>
                      <a:pt x="128168" y="29385"/>
                    </a:lnTo>
                    <a:lnTo>
                      <a:pt x="92002" y="51838"/>
                    </a:lnTo>
                    <a:lnTo>
                      <a:pt x="60799" y="80367"/>
                    </a:lnTo>
                    <a:lnTo>
                      <a:pt x="35278" y="114822"/>
                    </a:lnTo>
                    <a:lnTo>
                      <a:pt x="16158" y="155053"/>
                    </a:lnTo>
                    <a:lnTo>
                      <a:pt x="4159" y="200906"/>
                    </a:lnTo>
                    <a:lnTo>
                      <a:pt x="0" y="252233"/>
                    </a:lnTo>
                    <a:lnTo>
                      <a:pt x="3124" y="296015"/>
                    </a:lnTo>
                    <a:lnTo>
                      <a:pt x="12470" y="336820"/>
                    </a:lnTo>
                    <a:lnTo>
                      <a:pt x="27997" y="374067"/>
                    </a:lnTo>
                    <a:lnTo>
                      <a:pt x="49665" y="407177"/>
                    </a:lnTo>
                    <a:lnTo>
                      <a:pt x="77432" y="435568"/>
                    </a:lnTo>
                    <a:lnTo>
                      <a:pt x="111258" y="458660"/>
                    </a:lnTo>
                    <a:lnTo>
                      <a:pt x="151102" y="475874"/>
                    </a:lnTo>
                    <a:lnTo>
                      <a:pt x="196924" y="486627"/>
                    </a:lnTo>
                    <a:lnTo>
                      <a:pt x="248683" y="490341"/>
                    </a:lnTo>
                    <a:lnTo>
                      <a:pt x="289323" y="488424"/>
                    </a:lnTo>
                    <a:lnTo>
                      <a:pt x="323888" y="483469"/>
                    </a:lnTo>
                    <a:lnTo>
                      <a:pt x="351317" y="476664"/>
                    </a:lnTo>
                    <a:lnTo>
                      <a:pt x="370554" y="469200"/>
                    </a:lnTo>
                    <a:lnTo>
                      <a:pt x="354355" y="385380"/>
                    </a:lnTo>
                    <a:lnTo>
                      <a:pt x="336022" y="391357"/>
                    </a:lnTo>
                    <a:lnTo>
                      <a:pt x="313851" y="396278"/>
                    </a:lnTo>
                    <a:lnTo>
                      <a:pt x="289564" y="399616"/>
                    </a:lnTo>
                    <a:lnTo>
                      <a:pt x="264881" y="400846"/>
                    </a:lnTo>
                    <a:lnTo>
                      <a:pt x="212272" y="393858"/>
                    </a:lnTo>
                    <a:lnTo>
                      <a:pt x="169943" y="373685"/>
                    </a:lnTo>
                    <a:lnTo>
                      <a:pt x="138704" y="341508"/>
                    </a:lnTo>
                    <a:lnTo>
                      <a:pt x="119366" y="298511"/>
                    </a:lnTo>
                    <a:lnTo>
                      <a:pt x="112740" y="245877"/>
                    </a:lnTo>
                    <a:lnTo>
                      <a:pt x="120306" y="188964"/>
                    </a:lnTo>
                    <a:lnTo>
                      <a:pt x="141498" y="144930"/>
                    </a:lnTo>
                    <a:lnTo>
                      <a:pt x="174052" y="113642"/>
                    </a:lnTo>
                    <a:lnTo>
                      <a:pt x="215707" y="94967"/>
                    </a:lnTo>
                    <a:lnTo>
                      <a:pt x="264201" y="88772"/>
                    </a:lnTo>
                    <a:lnTo>
                      <a:pt x="291260" y="90238"/>
                    </a:lnTo>
                    <a:lnTo>
                      <a:pt x="315349" y="94150"/>
                    </a:lnTo>
                    <a:lnTo>
                      <a:pt x="336402" y="99775"/>
                    </a:lnTo>
                    <a:lnTo>
                      <a:pt x="354355" y="106384"/>
                    </a:lnTo>
                    <a:lnTo>
                      <a:pt x="376208" y="21161"/>
                    </a:lnTo>
                    <a:lnTo>
                      <a:pt x="357739" y="13689"/>
                    </a:lnTo>
                    <a:lnTo>
                      <a:pt x="331471" y="6878"/>
                    </a:lnTo>
                    <a:lnTo>
                      <a:pt x="298332" y="1917"/>
                    </a:lnTo>
                    <a:lnTo>
                      <a:pt x="259248" y="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pic>
            <p:nvPicPr>
              <p:cNvPr id="19" name="object 6">
                <a:extLst>
                  <a:ext uri="{FF2B5EF4-FFF2-40B4-BE49-F238E27FC236}">
                    <a16:creationId xmlns:a16="http://schemas.microsoft.com/office/drawing/2014/main" id="{2816031D-2FBD-6D3D-C3AA-EDAC01B1B7B3}"/>
                  </a:ext>
                </a:extLst>
              </p:cNvPr>
              <p:cNvPicPr/>
              <p:nvPr/>
            </p:nvPicPr>
            <p:blipFill>
              <a:blip r:embed="rId3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739823" y="10234089"/>
                <a:ext cx="111954" cy="111944"/>
              </a:xfrm>
              <a:prstGeom prst="rect">
                <a:avLst/>
              </a:prstGeom>
            </p:spPr>
          </p:pic>
        </p:grpSp>
      </p:grpSp>
      <p:pic>
        <p:nvPicPr>
          <p:cNvPr id="9" name="Imagen 8">
            <a:extLst>
              <a:ext uri="{FF2B5EF4-FFF2-40B4-BE49-F238E27FC236}">
                <a16:creationId xmlns:a16="http://schemas.microsoft.com/office/drawing/2014/main" id="{9C188DE4-1C8A-750A-9834-317895F22B2F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60414" y="1315256"/>
            <a:ext cx="119084" cy="4227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28694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RIO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C97BCC7D-6F08-8B7A-0AE6-494B19B085FA}"/>
              </a:ext>
            </a:extLst>
          </p:cNvPr>
          <p:cNvSpPr/>
          <p:nvPr userDrawn="1"/>
        </p:nvSpPr>
        <p:spPr>
          <a:xfrm>
            <a:off x="0" y="0"/>
            <a:ext cx="1155032" cy="6858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7CFD1A2D-962B-1B2F-8EFE-116133732487}"/>
              </a:ext>
            </a:extLst>
          </p:cNvPr>
          <p:cNvSpPr/>
          <p:nvPr userDrawn="1"/>
        </p:nvSpPr>
        <p:spPr>
          <a:xfrm>
            <a:off x="485631" y="405838"/>
            <a:ext cx="155636" cy="155636"/>
          </a:xfrm>
          <a:prstGeom prst="rect">
            <a:avLst/>
          </a:prstGeom>
          <a:solidFill>
            <a:srgbClr val="4E7CD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sz="1351"/>
          </a:p>
        </p:txBody>
      </p:sp>
      <p:sp>
        <p:nvSpPr>
          <p:cNvPr id="7" name="Marcador de texto 26">
            <a:extLst>
              <a:ext uri="{FF2B5EF4-FFF2-40B4-BE49-F238E27FC236}">
                <a16:creationId xmlns:a16="http://schemas.microsoft.com/office/drawing/2014/main" id="{FC12E6C9-B6C7-FBEC-A203-87F5181A303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510853" y="405838"/>
            <a:ext cx="4916775" cy="469685"/>
          </a:xfrm>
        </p:spPr>
        <p:txBody>
          <a:bodyPr>
            <a:noAutofit/>
          </a:bodyPr>
          <a:lstStyle>
            <a:lvl1pPr marL="0" indent="0" algn="r">
              <a:buNone/>
              <a:defRPr sz="3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s-ES" dirty="0"/>
              <a:t>MODIFICAR TITULO</a:t>
            </a:r>
            <a:endParaRPr lang="es-CL" dirty="0"/>
          </a:p>
        </p:txBody>
      </p:sp>
      <p:sp>
        <p:nvSpPr>
          <p:cNvPr id="8" name="Marcador de texto 3">
            <a:extLst>
              <a:ext uri="{FF2B5EF4-FFF2-40B4-BE49-F238E27FC236}">
                <a16:creationId xmlns:a16="http://schemas.microsoft.com/office/drawing/2014/main" id="{1CE8A453-8074-39A1-48E5-2C3C6BECABC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510853" y="976146"/>
            <a:ext cx="4930746" cy="281800"/>
          </a:xfrm>
        </p:spPr>
        <p:txBody>
          <a:bodyPr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s-ES" dirty="0"/>
              <a:t>Haz clic para modificar o eliminar bajada</a:t>
            </a:r>
          </a:p>
          <a:p>
            <a:endParaRPr lang="es-ES" dirty="0"/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C0D8A9F2-7C34-CC0C-4A65-766C6591434E}"/>
              </a:ext>
            </a:extLst>
          </p:cNvPr>
          <p:cNvSpPr/>
          <p:nvPr userDrawn="1"/>
        </p:nvSpPr>
        <p:spPr>
          <a:xfrm>
            <a:off x="11551912" y="483656"/>
            <a:ext cx="271438" cy="271438"/>
          </a:xfrm>
          <a:prstGeom prst="rect">
            <a:avLst/>
          </a:prstGeom>
          <a:solidFill>
            <a:srgbClr val="4E7CD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grpSp>
        <p:nvGrpSpPr>
          <p:cNvPr id="3" name="Grupo 2">
            <a:extLst>
              <a:ext uri="{FF2B5EF4-FFF2-40B4-BE49-F238E27FC236}">
                <a16:creationId xmlns:a16="http://schemas.microsoft.com/office/drawing/2014/main" id="{427846E3-6C01-4C3F-2624-7CD8517C9846}"/>
              </a:ext>
            </a:extLst>
          </p:cNvPr>
          <p:cNvGrpSpPr/>
          <p:nvPr userDrawn="1"/>
        </p:nvGrpSpPr>
        <p:grpSpPr>
          <a:xfrm>
            <a:off x="10559057" y="6273209"/>
            <a:ext cx="1405082" cy="320986"/>
            <a:chOff x="8941676" y="5879067"/>
            <a:chExt cx="2618425" cy="598170"/>
          </a:xfrm>
        </p:grpSpPr>
        <p:sp>
          <p:nvSpPr>
            <p:cNvPr id="4" name="object 2">
              <a:extLst>
                <a:ext uri="{FF2B5EF4-FFF2-40B4-BE49-F238E27FC236}">
                  <a16:creationId xmlns:a16="http://schemas.microsoft.com/office/drawing/2014/main" id="{F0FF35D2-A2FC-35AC-0158-8D26446D5854}"/>
                </a:ext>
              </a:extLst>
            </p:cNvPr>
            <p:cNvSpPr/>
            <p:nvPr userDrawn="1"/>
          </p:nvSpPr>
          <p:spPr>
            <a:xfrm>
              <a:off x="8941676" y="5949980"/>
              <a:ext cx="1618615" cy="525145"/>
            </a:xfrm>
            <a:custGeom>
              <a:avLst/>
              <a:gdLst/>
              <a:ahLst/>
              <a:cxnLst/>
              <a:rect l="l" t="t" r="r" b="b"/>
              <a:pathLst>
                <a:path w="1618615" h="525145">
                  <a:moveTo>
                    <a:pt x="453097" y="247865"/>
                  </a:moveTo>
                  <a:lnTo>
                    <a:pt x="449186" y="196367"/>
                  </a:lnTo>
                  <a:lnTo>
                    <a:pt x="437921" y="151307"/>
                  </a:lnTo>
                  <a:lnTo>
                    <a:pt x="419925" y="112522"/>
                  </a:lnTo>
                  <a:lnTo>
                    <a:pt x="395884" y="79870"/>
                  </a:lnTo>
                  <a:lnTo>
                    <a:pt x="366445" y="53213"/>
                  </a:lnTo>
                  <a:lnTo>
                    <a:pt x="330708" y="31546"/>
                  </a:lnTo>
                  <a:lnTo>
                    <a:pt x="330708" y="251650"/>
                  </a:lnTo>
                  <a:lnTo>
                    <a:pt x="325094" y="307492"/>
                  </a:lnTo>
                  <a:lnTo>
                    <a:pt x="308851" y="352729"/>
                  </a:lnTo>
                  <a:lnTo>
                    <a:pt x="282892" y="387540"/>
                  </a:lnTo>
                  <a:lnTo>
                    <a:pt x="248132" y="412089"/>
                  </a:lnTo>
                  <a:lnTo>
                    <a:pt x="205486" y="426542"/>
                  </a:lnTo>
                  <a:lnTo>
                    <a:pt x="155841" y="431076"/>
                  </a:lnTo>
                  <a:lnTo>
                    <a:pt x="145161" y="431038"/>
                  </a:lnTo>
                  <a:lnTo>
                    <a:pt x="134264" y="430784"/>
                  </a:lnTo>
                  <a:lnTo>
                    <a:pt x="124079" y="430098"/>
                  </a:lnTo>
                  <a:lnTo>
                    <a:pt x="115519" y="428764"/>
                  </a:lnTo>
                  <a:lnTo>
                    <a:pt x="115519" y="93497"/>
                  </a:lnTo>
                  <a:lnTo>
                    <a:pt x="124383" y="91821"/>
                  </a:lnTo>
                  <a:lnTo>
                    <a:pt x="136080" y="90347"/>
                  </a:lnTo>
                  <a:lnTo>
                    <a:pt x="150622" y="89319"/>
                  </a:lnTo>
                  <a:lnTo>
                    <a:pt x="168008" y="88925"/>
                  </a:lnTo>
                  <a:lnTo>
                    <a:pt x="214909" y="93319"/>
                  </a:lnTo>
                  <a:lnTo>
                    <a:pt x="254800" y="106616"/>
                  </a:lnTo>
                  <a:lnTo>
                    <a:pt x="286994" y="128943"/>
                  </a:lnTo>
                  <a:lnTo>
                    <a:pt x="310832" y="160464"/>
                  </a:lnTo>
                  <a:lnTo>
                    <a:pt x="325628" y="201320"/>
                  </a:lnTo>
                  <a:lnTo>
                    <a:pt x="330708" y="251650"/>
                  </a:lnTo>
                  <a:lnTo>
                    <a:pt x="330708" y="31546"/>
                  </a:lnTo>
                  <a:lnTo>
                    <a:pt x="326796" y="29171"/>
                  </a:lnTo>
                  <a:lnTo>
                    <a:pt x="279666" y="12636"/>
                  </a:lnTo>
                  <a:lnTo>
                    <a:pt x="223278" y="3073"/>
                  </a:lnTo>
                  <a:lnTo>
                    <a:pt x="155841" y="0"/>
                  </a:lnTo>
                  <a:lnTo>
                    <a:pt x="113093" y="711"/>
                  </a:lnTo>
                  <a:lnTo>
                    <a:pt x="72212" y="2857"/>
                  </a:lnTo>
                  <a:lnTo>
                    <a:pt x="34175" y="6413"/>
                  </a:lnTo>
                  <a:lnTo>
                    <a:pt x="0" y="11417"/>
                  </a:lnTo>
                  <a:lnTo>
                    <a:pt x="0" y="513930"/>
                  </a:lnTo>
                  <a:lnTo>
                    <a:pt x="23964" y="516724"/>
                  </a:lnTo>
                  <a:lnTo>
                    <a:pt x="53784" y="519150"/>
                  </a:lnTo>
                  <a:lnTo>
                    <a:pt x="89585" y="520877"/>
                  </a:lnTo>
                  <a:lnTo>
                    <a:pt x="131495" y="521525"/>
                  </a:lnTo>
                  <a:lnTo>
                    <a:pt x="189534" y="518960"/>
                  </a:lnTo>
                  <a:lnTo>
                    <a:pt x="242811" y="511162"/>
                  </a:lnTo>
                  <a:lnTo>
                    <a:pt x="290804" y="498043"/>
                  </a:lnTo>
                  <a:lnTo>
                    <a:pt x="332955" y="479501"/>
                  </a:lnTo>
                  <a:lnTo>
                    <a:pt x="368719" y="455409"/>
                  </a:lnTo>
                  <a:lnTo>
                    <a:pt x="396163" y="427177"/>
                  </a:lnTo>
                  <a:lnTo>
                    <a:pt x="419430" y="392518"/>
                  </a:lnTo>
                  <a:lnTo>
                    <a:pt x="437400" y="351231"/>
                  </a:lnTo>
                  <a:lnTo>
                    <a:pt x="448983" y="303085"/>
                  </a:lnTo>
                  <a:lnTo>
                    <a:pt x="453097" y="247865"/>
                  </a:lnTo>
                  <a:close/>
                </a:path>
                <a:path w="1618615" h="525145">
                  <a:moveTo>
                    <a:pt x="849947" y="516191"/>
                  </a:moveTo>
                  <a:lnTo>
                    <a:pt x="848817" y="491236"/>
                  </a:lnTo>
                  <a:lnTo>
                    <a:pt x="847839" y="463080"/>
                  </a:lnTo>
                  <a:lnTo>
                    <a:pt x="847140" y="431634"/>
                  </a:lnTo>
                  <a:lnTo>
                    <a:pt x="846874" y="396836"/>
                  </a:lnTo>
                  <a:lnTo>
                    <a:pt x="846874" y="144449"/>
                  </a:lnTo>
                  <a:lnTo>
                    <a:pt x="731316" y="144449"/>
                  </a:lnTo>
                  <a:lnTo>
                    <a:pt x="731316" y="365671"/>
                  </a:lnTo>
                  <a:lnTo>
                    <a:pt x="731037" y="372808"/>
                  </a:lnTo>
                  <a:lnTo>
                    <a:pt x="707301" y="417766"/>
                  </a:lnTo>
                  <a:lnTo>
                    <a:pt x="668985" y="431076"/>
                  </a:lnTo>
                  <a:lnTo>
                    <a:pt x="642531" y="425119"/>
                  </a:lnTo>
                  <a:lnTo>
                    <a:pt x="624332" y="407974"/>
                  </a:lnTo>
                  <a:lnTo>
                    <a:pt x="613841" y="380707"/>
                  </a:lnTo>
                  <a:lnTo>
                    <a:pt x="610463" y="344398"/>
                  </a:lnTo>
                  <a:lnTo>
                    <a:pt x="610463" y="144449"/>
                  </a:lnTo>
                  <a:lnTo>
                    <a:pt x="494906" y="144449"/>
                  </a:lnTo>
                  <a:lnTo>
                    <a:pt x="494906" y="362623"/>
                  </a:lnTo>
                  <a:lnTo>
                    <a:pt x="501205" y="423557"/>
                  </a:lnTo>
                  <a:lnTo>
                    <a:pt x="519036" y="469226"/>
                  </a:lnTo>
                  <a:lnTo>
                    <a:pt x="546785" y="500634"/>
                  </a:lnTo>
                  <a:lnTo>
                    <a:pt x="582866" y="518756"/>
                  </a:lnTo>
                  <a:lnTo>
                    <a:pt x="625652" y="524573"/>
                  </a:lnTo>
                  <a:lnTo>
                    <a:pt x="670026" y="518274"/>
                  </a:lnTo>
                  <a:lnTo>
                    <a:pt x="703491" y="502716"/>
                  </a:lnTo>
                  <a:lnTo>
                    <a:pt x="727113" y="482879"/>
                  </a:lnTo>
                  <a:lnTo>
                    <a:pt x="741972" y="463753"/>
                  </a:lnTo>
                  <a:lnTo>
                    <a:pt x="744245" y="463753"/>
                  </a:lnTo>
                  <a:lnTo>
                    <a:pt x="749592" y="516191"/>
                  </a:lnTo>
                  <a:lnTo>
                    <a:pt x="849947" y="516191"/>
                  </a:lnTo>
                  <a:close/>
                </a:path>
                <a:path w="1618615" h="525145">
                  <a:moveTo>
                    <a:pt x="1277759" y="326885"/>
                  </a:moveTo>
                  <a:lnTo>
                    <a:pt x="1273225" y="280898"/>
                  </a:lnTo>
                  <a:lnTo>
                    <a:pt x="1260055" y="239864"/>
                  </a:lnTo>
                  <a:lnTo>
                    <a:pt x="1247533" y="218948"/>
                  </a:lnTo>
                  <a:lnTo>
                    <a:pt x="1238923" y="204558"/>
                  </a:lnTo>
                  <a:lnTo>
                    <a:pt x="1210513" y="175742"/>
                  </a:lnTo>
                  <a:lnTo>
                    <a:pt x="1175537" y="154216"/>
                  </a:lnTo>
                  <a:lnTo>
                    <a:pt x="1157643" y="148323"/>
                  </a:lnTo>
                  <a:lnTo>
                    <a:pt x="1157643" y="329958"/>
                  </a:lnTo>
                  <a:lnTo>
                    <a:pt x="1152537" y="375627"/>
                  </a:lnTo>
                  <a:lnTo>
                    <a:pt x="1137881" y="410908"/>
                  </a:lnTo>
                  <a:lnTo>
                    <a:pt x="1114679" y="433641"/>
                  </a:lnTo>
                  <a:lnTo>
                    <a:pt x="1083906" y="441693"/>
                  </a:lnTo>
                  <a:lnTo>
                    <a:pt x="1083157" y="441693"/>
                  </a:lnTo>
                  <a:lnTo>
                    <a:pt x="1050861" y="433222"/>
                  </a:lnTo>
                  <a:lnTo>
                    <a:pt x="1027264" y="409867"/>
                  </a:lnTo>
                  <a:lnTo>
                    <a:pt x="1012799" y="374675"/>
                  </a:lnTo>
                  <a:lnTo>
                    <a:pt x="1007884" y="330708"/>
                  </a:lnTo>
                  <a:lnTo>
                    <a:pt x="1012063" y="289839"/>
                  </a:lnTo>
                  <a:lnTo>
                    <a:pt x="1025372" y="254025"/>
                  </a:lnTo>
                  <a:lnTo>
                    <a:pt x="1048931" y="228612"/>
                  </a:lnTo>
                  <a:lnTo>
                    <a:pt x="1083906" y="218948"/>
                  </a:lnTo>
                  <a:lnTo>
                    <a:pt x="1117574" y="228612"/>
                  </a:lnTo>
                  <a:lnTo>
                    <a:pt x="1140447" y="253936"/>
                  </a:lnTo>
                  <a:lnTo>
                    <a:pt x="1153502" y="289521"/>
                  </a:lnTo>
                  <a:lnTo>
                    <a:pt x="1157643" y="329958"/>
                  </a:lnTo>
                  <a:lnTo>
                    <a:pt x="1157643" y="148323"/>
                  </a:lnTo>
                  <a:lnTo>
                    <a:pt x="1134618" y="140728"/>
                  </a:lnTo>
                  <a:lnTo>
                    <a:pt x="1088466" y="136067"/>
                  </a:lnTo>
                  <a:lnTo>
                    <a:pt x="1039609" y="140665"/>
                  </a:lnTo>
                  <a:lnTo>
                    <a:pt x="996442" y="154089"/>
                  </a:lnTo>
                  <a:lnTo>
                    <a:pt x="959637" y="175755"/>
                  </a:lnTo>
                  <a:lnTo>
                    <a:pt x="929855" y="205041"/>
                  </a:lnTo>
                  <a:lnTo>
                    <a:pt x="907770" y="241401"/>
                  </a:lnTo>
                  <a:lnTo>
                    <a:pt x="894016" y="284226"/>
                  </a:lnTo>
                  <a:lnTo>
                    <a:pt x="889292" y="332955"/>
                  </a:lnTo>
                  <a:lnTo>
                    <a:pt x="894245" y="381393"/>
                  </a:lnTo>
                  <a:lnTo>
                    <a:pt x="908405" y="423481"/>
                  </a:lnTo>
                  <a:lnTo>
                    <a:pt x="930757" y="458812"/>
                  </a:lnTo>
                  <a:lnTo>
                    <a:pt x="960272" y="486994"/>
                  </a:lnTo>
                  <a:lnTo>
                    <a:pt x="995946" y="507606"/>
                  </a:lnTo>
                  <a:lnTo>
                    <a:pt x="1036726" y="520268"/>
                  </a:lnTo>
                  <a:lnTo>
                    <a:pt x="1081608" y="524573"/>
                  </a:lnTo>
                  <a:lnTo>
                    <a:pt x="1082382" y="524573"/>
                  </a:lnTo>
                  <a:lnTo>
                    <a:pt x="1124318" y="520725"/>
                  </a:lnTo>
                  <a:lnTo>
                    <a:pt x="1164336" y="509054"/>
                  </a:lnTo>
                  <a:lnTo>
                    <a:pt x="1200772" y="489381"/>
                  </a:lnTo>
                  <a:lnTo>
                    <a:pt x="1231976" y="461518"/>
                  </a:lnTo>
                  <a:lnTo>
                    <a:pt x="1245285" y="441693"/>
                  </a:lnTo>
                  <a:lnTo>
                    <a:pt x="1256322" y="425259"/>
                  </a:lnTo>
                  <a:lnTo>
                    <a:pt x="1272120" y="380453"/>
                  </a:lnTo>
                  <a:lnTo>
                    <a:pt x="1277759" y="326885"/>
                  </a:lnTo>
                  <a:close/>
                </a:path>
                <a:path w="1618615" h="525145">
                  <a:moveTo>
                    <a:pt x="1618411" y="150533"/>
                  </a:moveTo>
                  <a:lnTo>
                    <a:pt x="1598650" y="144424"/>
                  </a:lnTo>
                  <a:lnTo>
                    <a:pt x="1576603" y="139865"/>
                  </a:lnTo>
                  <a:lnTo>
                    <a:pt x="1553413" y="137033"/>
                  </a:lnTo>
                  <a:lnTo>
                    <a:pt x="1530223" y="136055"/>
                  </a:lnTo>
                  <a:lnTo>
                    <a:pt x="1474876" y="141300"/>
                  </a:lnTo>
                  <a:lnTo>
                    <a:pt x="1427530" y="156235"/>
                  </a:lnTo>
                  <a:lnTo>
                    <a:pt x="1388376" y="179628"/>
                  </a:lnTo>
                  <a:lnTo>
                    <a:pt x="1357591" y="210299"/>
                  </a:lnTo>
                  <a:lnTo>
                    <a:pt x="1335366" y="247015"/>
                  </a:lnTo>
                  <a:lnTo>
                    <a:pt x="1321904" y="288569"/>
                  </a:lnTo>
                  <a:lnTo>
                    <a:pt x="1317371" y="333743"/>
                  </a:lnTo>
                  <a:lnTo>
                    <a:pt x="1321968" y="381190"/>
                  </a:lnTo>
                  <a:lnTo>
                    <a:pt x="1335392" y="422783"/>
                  </a:lnTo>
                  <a:lnTo>
                    <a:pt x="1357045" y="458012"/>
                  </a:lnTo>
                  <a:lnTo>
                    <a:pt x="1386344" y="486346"/>
                  </a:lnTo>
                  <a:lnTo>
                    <a:pt x="1422704" y="507225"/>
                  </a:lnTo>
                  <a:lnTo>
                    <a:pt x="1465541" y="520153"/>
                  </a:lnTo>
                  <a:lnTo>
                    <a:pt x="1514259" y="524573"/>
                  </a:lnTo>
                  <a:lnTo>
                    <a:pt x="1546148" y="523240"/>
                  </a:lnTo>
                  <a:lnTo>
                    <a:pt x="1599057" y="514007"/>
                  </a:lnTo>
                  <a:lnTo>
                    <a:pt x="1603971" y="421932"/>
                  </a:lnTo>
                  <a:lnTo>
                    <a:pt x="1590116" y="427050"/>
                  </a:lnTo>
                  <a:lnTo>
                    <a:pt x="1574609" y="430872"/>
                  </a:lnTo>
                  <a:lnTo>
                    <a:pt x="1557248" y="433273"/>
                  </a:lnTo>
                  <a:lnTo>
                    <a:pt x="1537817" y="434098"/>
                  </a:lnTo>
                  <a:lnTo>
                    <a:pt x="1498168" y="427329"/>
                  </a:lnTo>
                  <a:lnTo>
                    <a:pt x="1465795" y="407301"/>
                  </a:lnTo>
                  <a:lnTo>
                    <a:pt x="1443951" y="374446"/>
                  </a:lnTo>
                  <a:lnTo>
                    <a:pt x="1435938" y="329196"/>
                  </a:lnTo>
                  <a:lnTo>
                    <a:pt x="1442631" y="287261"/>
                  </a:lnTo>
                  <a:lnTo>
                    <a:pt x="1462659" y="254304"/>
                  </a:lnTo>
                  <a:lnTo>
                    <a:pt x="1494218" y="232752"/>
                  </a:lnTo>
                  <a:lnTo>
                    <a:pt x="1535557" y="225031"/>
                  </a:lnTo>
                  <a:lnTo>
                    <a:pt x="1556562" y="225958"/>
                  </a:lnTo>
                  <a:lnTo>
                    <a:pt x="1574152" y="228447"/>
                  </a:lnTo>
                  <a:lnTo>
                    <a:pt x="1588592" y="232092"/>
                  </a:lnTo>
                  <a:lnTo>
                    <a:pt x="1600174" y="236435"/>
                  </a:lnTo>
                  <a:lnTo>
                    <a:pt x="1618411" y="150533"/>
                  </a:lnTo>
                  <a:close/>
                </a:path>
              </a:pathLst>
            </a:custGeom>
            <a:solidFill>
              <a:schemeClr val="tx1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5" name="object 3">
              <a:extLst>
                <a:ext uri="{FF2B5EF4-FFF2-40B4-BE49-F238E27FC236}">
                  <a16:creationId xmlns:a16="http://schemas.microsoft.com/office/drawing/2014/main" id="{D52EE463-507D-0E89-A698-37B26D93221E}"/>
                </a:ext>
              </a:extLst>
            </p:cNvPr>
            <p:cNvSpPr/>
            <p:nvPr userDrawn="1"/>
          </p:nvSpPr>
          <p:spPr>
            <a:xfrm>
              <a:off x="10672317" y="5994129"/>
              <a:ext cx="388620" cy="482600"/>
            </a:xfrm>
            <a:custGeom>
              <a:avLst/>
              <a:gdLst/>
              <a:ahLst/>
              <a:cxnLst/>
              <a:rect l="l" t="t" r="r" b="b"/>
              <a:pathLst>
                <a:path w="388619" h="482600">
                  <a:moveTo>
                    <a:pt x="388176" y="0"/>
                  </a:moveTo>
                  <a:lnTo>
                    <a:pt x="281090" y="0"/>
                  </a:lnTo>
                  <a:lnTo>
                    <a:pt x="281090" y="273331"/>
                  </a:lnTo>
                  <a:lnTo>
                    <a:pt x="275370" y="327965"/>
                  </a:lnTo>
                  <a:lnTo>
                    <a:pt x="258558" y="366414"/>
                  </a:lnTo>
                  <a:lnTo>
                    <a:pt x="231178" y="389143"/>
                  </a:lnTo>
                  <a:lnTo>
                    <a:pt x="193753" y="396616"/>
                  </a:lnTo>
                  <a:lnTo>
                    <a:pt x="157139" y="388845"/>
                  </a:lnTo>
                  <a:lnTo>
                    <a:pt x="130175" y="365621"/>
                  </a:lnTo>
                  <a:lnTo>
                    <a:pt x="113516" y="327072"/>
                  </a:lnTo>
                  <a:lnTo>
                    <a:pt x="107818" y="273331"/>
                  </a:lnTo>
                  <a:lnTo>
                    <a:pt x="107818" y="0"/>
                  </a:lnTo>
                  <a:lnTo>
                    <a:pt x="0" y="0"/>
                  </a:lnTo>
                  <a:lnTo>
                    <a:pt x="0" y="264892"/>
                  </a:lnTo>
                  <a:lnTo>
                    <a:pt x="4253" y="324651"/>
                  </a:lnTo>
                  <a:lnTo>
                    <a:pt x="16765" y="374300"/>
                  </a:lnTo>
                  <a:lnTo>
                    <a:pt x="37165" y="414172"/>
                  </a:lnTo>
                  <a:lnTo>
                    <a:pt x="65082" y="444602"/>
                  </a:lnTo>
                  <a:lnTo>
                    <a:pt x="100145" y="465925"/>
                  </a:lnTo>
                  <a:lnTo>
                    <a:pt x="141983" y="478473"/>
                  </a:lnTo>
                  <a:lnTo>
                    <a:pt x="190224" y="482582"/>
                  </a:lnTo>
                  <a:lnTo>
                    <a:pt x="240229" y="478290"/>
                  </a:lnTo>
                  <a:lnTo>
                    <a:pt x="283689" y="465335"/>
                  </a:lnTo>
                  <a:lnTo>
                    <a:pt x="320188" y="443592"/>
                  </a:lnTo>
                  <a:lnTo>
                    <a:pt x="349304" y="412939"/>
                  </a:lnTo>
                  <a:lnTo>
                    <a:pt x="370620" y="373254"/>
                  </a:lnTo>
                  <a:lnTo>
                    <a:pt x="383717" y="324414"/>
                  </a:lnTo>
                  <a:lnTo>
                    <a:pt x="388176" y="266295"/>
                  </a:lnTo>
                  <a:lnTo>
                    <a:pt x="38817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grpSp>
          <p:nvGrpSpPr>
            <p:cNvPr id="16" name="object 4">
              <a:extLst>
                <a:ext uri="{FF2B5EF4-FFF2-40B4-BE49-F238E27FC236}">
                  <a16:creationId xmlns:a16="http://schemas.microsoft.com/office/drawing/2014/main" id="{6C83F359-2517-926A-B7D0-D64B0F83FC19}"/>
                </a:ext>
              </a:extLst>
            </p:cNvPr>
            <p:cNvGrpSpPr/>
            <p:nvPr userDrawn="1"/>
          </p:nvGrpSpPr>
          <p:grpSpPr>
            <a:xfrm>
              <a:off x="11114331" y="5879067"/>
              <a:ext cx="445770" cy="598170"/>
              <a:chOff x="18406074" y="10234089"/>
              <a:chExt cx="445770" cy="598170"/>
            </a:xfrm>
          </p:grpSpPr>
          <p:sp>
            <p:nvSpPr>
              <p:cNvPr id="18" name="object 5">
                <a:extLst>
                  <a:ext uri="{FF2B5EF4-FFF2-40B4-BE49-F238E27FC236}">
                    <a16:creationId xmlns:a16="http://schemas.microsoft.com/office/drawing/2014/main" id="{21FEE031-C875-38D1-5382-9E6E11778AA5}"/>
                  </a:ext>
                </a:extLst>
              </p:cNvPr>
              <p:cNvSpPr/>
              <p:nvPr/>
            </p:nvSpPr>
            <p:spPr>
              <a:xfrm>
                <a:off x="18406074" y="10341395"/>
                <a:ext cx="376555" cy="490855"/>
              </a:xfrm>
              <a:custGeom>
                <a:avLst/>
                <a:gdLst/>
                <a:ahLst/>
                <a:cxnLst/>
                <a:rect l="l" t="t" r="r" b="b"/>
                <a:pathLst>
                  <a:path w="376555" h="490854">
                    <a:moveTo>
                      <a:pt x="259248" y="0"/>
                    </a:moveTo>
                    <a:lnTo>
                      <a:pt x="212510" y="3315"/>
                    </a:lnTo>
                    <a:lnTo>
                      <a:pt x="168577" y="13160"/>
                    </a:lnTo>
                    <a:lnTo>
                      <a:pt x="128168" y="29385"/>
                    </a:lnTo>
                    <a:lnTo>
                      <a:pt x="92002" y="51838"/>
                    </a:lnTo>
                    <a:lnTo>
                      <a:pt x="60799" y="80367"/>
                    </a:lnTo>
                    <a:lnTo>
                      <a:pt x="35278" y="114822"/>
                    </a:lnTo>
                    <a:lnTo>
                      <a:pt x="16158" y="155053"/>
                    </a:lnTo>
                    <a:lnTo>
                      <a:pt x="4159" y="200906"/>
                    </a:lnTo>
                    <a:lnTo>
                      <a:pt x="0" y="252233"/>
                    </a:lnTo>
                    <a:lnTo>
                      <a:pt x="3124" y="296015"/>
                    </a:lnTo>
                    <a:lnTo>
                      <a:pt x="12470" y="336820"/>
                    </a:lnTo>
                    <a:lnTo>
                      <a:pt x="27997" y="374067"/>
                    </a:lnTo>
                    <a:lnTo>
                      <a:pt x="49665" y="407177"/>
                    </a:lnTo>
                    <a:lnTo>
                      <a:pt x="77432" y="435568"/>
                    </a:lnTo>
                    <a:lnTo>
                      <a:pt x="111258" y="458660"/>
                    </a:lnTo>
                    <a:lnTo>
                      <a:pt x="151102" y="475874"/>
                    </a:lnTo>
                    <a:lnTo>
                      <a:pt x="196924" y="486627"/>
                    </a:lnTo>
                    <a:lnTo>
                      <a:pt x="248683" y="490341"/>
                    </a:lnTo>
                    <a:lnTo>
                      <a:pt x="289323" y="488424"/>
                    </a:lnTo>
                    <a:lnTo>
                      <a:pt x="323888" y="483469"/>
                    </a:lnTo>
                    <a:lnTo>
                      <a:pt x="351317" y="476664"/>
                    </a:lnTo>
                    <a:lnTo>
                      <a:pt x="370554" y="469200"/>
                    </a:lnTo>
                    <a:lnTo>
                      <a:pt x="354355" y="385380"/>
                    </a:lnTo>
                    <a:lnTo>
                      <a:pt x="336022" y="391357"/>
                    </a:lnTo>
                    <a:lnTo>
                      <a:pt x="313851" y="396278"/>
                    </a:lnTo>
                    <a:lnTo>
                      <a:pt x="289564" y="399616"/>
                    </a:lnTo>
                    <a:lnTo>
                      <a:pt x="264881" y="400846"/>
                    </a:lnTo>
                    <a:lnTo>
                      <a:pt x="212272" y="393858"/>
                    </a:lnTo>
                    <a:lnTo>
                      <a:pt x="169943" y="373685"/>
                    </a:lnTo>
                    <a:lnTo>
                      <a:pt x="138704" y="341508"/>
                    </a:lnTo>
                    <a:lnTo>
                      <a:pt x="119366" y="298511"/>
                    </a:lnTo>
                    <a:lnTo>
                      <a:pt x="112740" y="245877"/>
                    </a:lnTo>
                    <a:lnTo>
                      <a:pt x="120306" y="188964"/>
                    </a:lnTo>
                    <a:lnTo>
                      <a:pt x="141498" y="144930"/>
                    </a:lnTo>
                    <a:lnTo>
                      <a:pt x="174052" y="113642"/>
                    </a:lnTo>
                    <a:lnTo>
                      <a:pt x="215707" y="94967"/>
                    </a:lnTo>
                    <a:lnTo>
                      <a:pt x="264201" y="88772"/>
                    </a:lnTo>
                    <a:lnTo>
                      <a:pt x="291260" y="90238"/>
                    </a:lnTo>
                    <a:lnTo>
                      <a:pt x="315349" y="94150"/>
                    </a:lnTo>
                    <a:lnTo>
                      <a:pt x="336402" y="99775"/>
                    </a:lnTo>
                    <a:lnTo>
                      <a:pt x="354355" y="106384"/>
                    </a:lnTo>
                    <a:lnTo>
                      <a:pt x="376208" y="21161"/>
                    </a:lnTo>
                    <a:lnTo>
                      <a:pt x="357739" y="13689"/>
                    </a:lnTo>
                    <a:lnTo>
                      <a:pt x="331471" y="6878"/>
                    </a:lnTo>
                    <a:lnTo>
                      <a:pt x="298332" y="1917"/>
                    </a:lnTo>
                    <a:lnTo>
                      <a:pt x="259248" y="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pic>
            <p:nvPicPr>
              <p:cNvPr id="19" name="object 6">
                <a:extLst>
                  <a:ext uri="{FF2B5EF4-FFF2-40B4-BE49-F238E27FC236}">
                    <a16:creationId xmlns:a16="http://schemas.microsoft.com/office/drawing/2014/main" id="{08F0296E-9087-FDE0-9CBF-6E89FE8D4121}"/>
                  </a:ext>
                </a:extLst>
              </p:cNvPr>
              <p:cNvPicPr/>
              <p:nvPr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739823" y="10234089"/>
                <a:ext cx="111954" cy="111944"/>
              </a:xfrm>
              <a:prstGeom prst="rect">
                <a:avLst/>
              </a:prstGeom>
            </p:spPr>
          </p:pic>
        </p:grpSp>
      </p:grpSp>
      <p:pic>
        <p:nvPicPr>
          <p:cNvPr id="9" name="Imagen 8">
            <a:extLst>
              <a:ext uri="{FF2B5EF4-FFF2-40B4-BE49-F238E27FC236}">
                <a16:creationId xmlns:a16="http://schemas.microsoft.com/office/drawing/2014/main" id="{533ECC16-DB92-D7AB-25D1-63F1F6931CD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592" y="2244940"/>
            <a:ext cx="119084" cy="4227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26037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PA 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>
            <a:extLst>
              <a:ext uri="{FF2B5EF4-FFF2-40B4-BE49-F238E27FC236}">
                <a16:creationId xmlns:a16="http://schemas.microsoft.com/office/drawing/2014/main" id="{95D537A3-771A-B373-471B-2113C671CFBB}"/>
              </a:ext>
            </a:extLst>
          </p:cNvPr>
          <p:cNvSpPr/>
          <p:nvPr userDrawn="1"/>
        </p:nvSpPr>
        <p:spPr>
          <a:xfrm>
            <a:off x="0" y="1"/>
            <a:ext cx="12192000" cy="6858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grpSp>
        <p:nvGrpSpPr>
          <p:cNvPr id="2" name="Grupo 1">
            <a:extLst>
              <a:ext uri="{FF2B5EF4-FFF2-40B4-BE49-F238E27FC236}">
                <a16:creationId xmlns:a16="http://schemas.microsoft.com/office/drawing/2014/main" id="{9F91E6D1-21AD-8149-634F-39874CDDB05F}"/>
              </a:ext>
            </a:extLst>
          </p:cNvPr>
          <p:cNvGrpSpPr/>
          <p:nvPr userDrawn="1"/>
        </p:nvGrpSpPr>
        <p:grpSpPr>
          <a:xfrm>
            <a:off x="2569595" y="5445627"/>
            <a:ext cx="7052811" cy="563479"/>
            <a:chOff x="1569453" y="5445627"/>
            <a:chExt cx="7052811" cy="563479"/>
          </a:xfrm>
        </p:grpSpPr>
        <p:pic>
          <p:nvPicPr>
            <p:cNvPr id="3" name="Imagen 2">
              <a:extLst>
                <a:ext uri="{FF2B5EF4-FFF2-40B4-BE49-F238E27FC236}">
                  <a16:creationId xmlns:a16="http://schemas.microsoft.com/office/drawing/2014/main" id="{5C7F6159-27FC-D37D-6948-67F8EE366AC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3569736" y="5445627"/>
              <a:ext cx="5052528" cy="563479"/>
            </a:xfrm>
            <a:prstGeom prst="rect">
              <a:avLst/>
            </a:prstGeom>
          </p:spPr>
        </p:pic>
        <p:pic>
          <p:nvPicPr>
            <p:cNvPr id="4" name="Imagen 3">
              <a:extLst>
                <a:ext uri="{FF2B5EF4-FFF2-40B4-BE49-F238E27FC236}">
                  <a16:creationId xmlns:a16="http://schemas.microsoft.com/office/drawing/2014/main" id="{3051E8F7-021B-497B-A676-8142240D8E8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1569453" y="5505450"/>
              <a:ext cx="1331493" cy="443831"/>
            </a:xfrm>
            <a:prstGeom prst="rect">
              <a:avLst/>
            </a:prstGeom>
          </p:spPr>
        </p:pic>
      </p:grpSp>
      <p:pic>
        <p:nvPicPr>
          <p:cNvPr id="5" name="Imagen 4">
            <a:extLst>
              <a:ext uri="{FF2B5EF4-FFF2-40B4-BE49-F238E27FC236}">
                <a16:creationId xmlns:a16="http://schemas.microsoft.com/office/drawing/2014/main" id="{BA44E097-D359-D78B-4054-E34A9D1A9706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097179" y="2291644"/>
            <a:ext cx="3997641" cy="12969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13902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978C4651-2B5D-EA62-AC04-17BFDE1E2A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MX" dirty="0"/>
              <a:t>Haz clic para modificar el estilo de título del patrón</a:t>
            </a:r>
            <a:endParaRPr lang="es-CL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594B6F9-D351-5B1B-2766-68737957A6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 dirty="0"/>
              <a:t>Haga clic para modificar los estilos de texto del patrón</a:t>
            </a:r>
          </a:p>
          <a:p>
            <a:pPr lvl="1"/>
            <a:r>
              <a:rPr lang="es-MX" dirty="0"/>
              <a:t>Segundo nivel</a:t>
            </a:r>
          </a:p>
          <a:p>
            <a:pPr lvl="2"/>
            <a:r>
              <a:rPr lang="es-MX" dirty="0"/>
              <a:t>Tercer nivel</a:t>
            </a:r>
          </a:p>
          <a:p>
            <a:pPr lvl="3"/>
            <a:r>
              <a:rPr lang="es-MX" dirty="0"/>
              <a:t>Cuarto nivel</a:t>
            </a:r>
          </a:p>
          <a:p>
            <a:pPr lvl="4"/>
            <a:r>
              <a:rPr lang="es-MX" dirty="0"/>
              <a:t>Quinto nivel</a:t>
            </a:r>
            <a:endParaRPr lang="es-CL" dirty="0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2B60EAB-2F87-323A-DB12-7A3211AAE1B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604031C-1D81-E945-A028-78780D1B7DE5}" type="datetimeFigureOut">
              <a:rPr lang="es-CL" smtClean="0"/>
              <a:t>20-05-26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31700A7-BE34-6E4B-B14E-9AFE52C9C7A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49A16B8-55E4-4139-4DE1-4DF901B444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BBEC0DC-B55F-A543-ADED-336BFEE3FCE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6930287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4" r:id="rId2"/>
    <p:sldLayoutId id="2147483656" r:id="rId3"/>
    <p:sldLayoutId id="2147483657" r:id="rId4"/>
    <p:sldLayoutId id="2147483655" r:id="rId5"/>
    <p:sldLayoutId id="2147483650" r:id="rId6"/>
    <p:sldLayoutId id="2147483651" r:id="rId7"/>
    <p:sldLayoutId id="2147483653" r:id="rId8"/>
    <p:sldLayoutId id="2147483652" r:id="rId9"/>
  </p:sldLayoutIdLst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DDA3FC-36B2-5E48-53A8-51083BBEE3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pPr>
              <a:lnSpc>
                <a:spcPct val="110000"/>
              </a:lnSpc>
            </a:pPr>
            <a:r>
              <a:rPr sz="3400" b="1" dirty="0"/>
              <a:t>De </a:t>
            </a:r>
            <a:r>
              <a:rPr sz="3400" b="1" dirty="0" err="1"/>
              <a:t>los</a:t>
            </a:r>
            <a:r>
              <a:rPr sz="3400" b="1" dirty="0"/>
              <a:t> </a:t>
            </a:r>
            <a:r>
              <a:rPr sz="3400" b="1" dirty="0" err="1"/>
              <a:t>datos</a:t>
            </a:r>
            <a:r>
              <a:rPr sz="3400" b="1" dirty="0"/>
              <a:t> al </a:t>
            </a:r>
            <a:r>
              <a:rPr sz="3400" b="1" dirty="0" err="1"/>
              <a:t>conocimiento</a:t>
            </a:r>
            <a:endParaRPr lang="es-CL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4C79772-4F2B-0631-AEB4-ED8B13764062}"/>
              </a:ext>
            </a:extLst>
          </p:cNvPr>
          <p:cNvSpPr>
            <a:spLocks noGrp="1"/>
          </p:cNvSpPr>
          <p:nvPr>
            <p:ph type="subTitle" idx="4"/>
          </p:nvPr>
        </p:nvSpPr>
        <p:spPr>
          <a:xfrm>
            <a:off x="6937285" y="4305507"/>
            <a:ext cx="4356341" cy="1023101"/>
          </a:xfrm>
        </p:spPr>
        <p:txBody>
          <a:bodyPr wrap="square" tIns="73152" bIns="73152"/>
          <a:lstStyle/>
          <a:p>
            <a:pPr>
              <a:lnSpc>
                <a:spcPct val="110000"/>
              </a:lnSpc>
            </a:pPr>
            <a:r>
              <a:rPr sz="2200" b="0" dirty="0"/>
              <a:t>Dataset: </a:t>
            </a:r>
            <a:r>
              <a:rPr sz="2200" b="0" dirty="0" err="1"/>
              <a:t>styles.csv</a:t>
            </a:r>
            <a:endParaRPr lang="es-ES" sz="2200" b="0" dirty="0"/>
          </a:p>
          <a:p>
            <a:pPr>
              <a:lnSpc>
                <a:spcPct val="110000"/>
              </a:lnSpc>
            </a:pPr>
            <a:r>
              <a:rPr lang="es-CL" sz="2200" dirty="0"/>
              <a:t>Tabatha Gamboa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1309201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5B68A13F-7B0B-4B42-0E11-B6970DE6104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3664" y="1188720"/>
            <a:ext cx="8300129" cy="3894835"/>
          </a:xfrm>
        </p:spPr>
        <p:txBody>
          <a:bodyPr vert="horz" wrap="square" tIns="73152" bIns="73152" rtlCol="0" anchor="t">
            <a:noAutofit/>
          </a:bodyPr>
          <a:lstStyle/>
          <a:p>
            <a:pPr marL="227965" indent="-227965">
              <a:lnSpc>
                <a:spcPct val="110000"/>
              </a:lnSpc>
            </a:pPr>
            <a:r>
              <a:rPr sz="2200" b="0" dirty="0" err="1"/>
              <a:t>Construir</a:t>
            </a:r>
            <a:r>
              <a:rPr sz="2200" b="0" dirty="0"/>
              <a:t> un </a:t>
            </a:r>
            <a:r>
              <a:rPr sz="2200" b="0" dirty="0" err="1"/>
              <a:t>flujo</a:t>
            </a:r>
            <a:r>
              <a:rPr sz="2200" b="0" dirty="0"/>
              <a:t> de </a:t>
            </a:r>
            <a:r>
              <a:rPr sz="2200" b="0" dirty="0" err="1"/>
              <a:t>ciencia</a:t>
            </a:r>
            <a:r>
              <a:rPr sz="2200" b="0" dirty="0"/>
              <a:t> de </a:t>
            </a:r>
            <a:r>
              <a:rPr sz="2200" b="0" dirty="0" err="1"/>
              <a:t>datos</a:t>
            </a:r>
            <a:r>
              <a:rPr sz="2200" b="0" dirty="0"/>
              <a:t> </a:t>
            </a:r>
            <a:r>
              <a:rPr sz="2200" b="0" dirty="0" err="1"/>
              <a:t>completo</a:t>
            </a:r>
            <a:endParaRPr lang="es-ES" dirty="0"/>
          </a:p>
          <a:p>
            <a:pPr>
              <a:lnSpc>
                <a:spcPct val="110000"/>
              </a:lnSpc>
            </a:pPr>
            <a:r>
              <a:rPr sz="2200" b="0" dirty="0" err="1"/>
              <a:t>Integrar</a:t>
            </a:r>
            <a:r>
              <a:rPr sz="2200" b="0" dirty="0"/>
              <a:t> EDA, </a:t>
            </a:r>
            <a:r>
              <a:rPr sz="2200" b="0" dirty="0" err="1"/>
              <a:t>modelado</a:t>
            </a:r>
            <a:r>
              <a:rPr sz="2200" b="0" dirty="0"/>
              <a:t> y </a:t>
            </a:r>
            <a:r>
              <a:rPr sz="2200" b="0" dirty="0" err="1"/>
              <a:t>evaluación</a:t>
            </a:r>
            <a:endParaRPr sz="2200" b="0" dirty="0"/>
          </a:p>
          <a:p>
            <a:pPr>
              <a:lnSpc>
                <a:spcPct val="110000"/>
              </a:lnSpc>
            </a:pPr>
            <a:r>
              <a:rPr sz="2200" b="0" dirty="0" err="1"/>
              <a:t>Justificar</a:t>
            </a:r>
            <a:r>
              <a:rPr sz="2200" b="0" dirty="0"/>
              <a:t> </a:t>
            </a:r>
            <a:r>
              <a:rPr sz="2200" b="0" dirty="0" err="1"/>
              <a:t>decisiones</a:t>
            </a:r>
            <a:r>
              <a:rPr sz="2200" b="0" dirty="0"/>
              <a:t> </a:t>
            </a:r>
            <a:r>
              <a:rPr sz="2200" b="0" dirty="0" err="1"/>
              <a:t>tomadas</a:t>
            </a:r>
            <a:endParaRPr sz="2200" b="0" dirty="0"/>
          </a:p>
        </p:txBody>
      </p:sp>
      <p:sp>
        <p:nvSpPr>
          <p:cNvPr id="4" name="TextBox 3"/>
          <p:cNvSpPr txBox="1"/>
          <p:nvPr/>
        </p:nvSpPr>
        <p:spPr>
          <a:xfrm>
            <a:off x="548640" y="274320"/>
            <a:ext cx="11094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sz="3400" b="1" dirty="0" err="1"/>
              <a:t>Objetivo</a:t>
            </a:r>
            <a:r>
              <a:rPr sz="3400" b="1" dirty="0"/>
              <a:t> del </a:t>
            </a:r>
            <a:r>
              <a:rPr sz="3400" b="1" dirty="0" err="1"/>
              <a:t>proyecto</a:t>
            </a:r>
            <a:endParaRPr sz="3400" b="1" dirty="0"/>
          </a:p>
        </p:txBody>
      </p:sp>
    </p:spTree>
    <p:extLst>
      <p:ext uri="{BB962C8B-B14F-4D97-AF65-F5344CB8AC3E}">
        <p14:creationId xmlns:p14="http://schemas.microsoft.com/office/powerpoint/2010/main" val="3171067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0FBB4C7-D01B-3BCB-C12A-831C929142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>
            <a:normAutofit/>
          </a:bodyPr>
          <a:lstStyle/>
          <a:p>
            <a:pPr>
              <a:lnSpc>
                <a:spcPct val="110000"/>
              </a:lnSpc>
            </a:pPr>
            <a:r>
              <a:rPr sz="3400" b="1"/>
              <a:t>Dataset y preparación</a:t>
            </a:r>
          </a:p>
        </p:txBody>
      </p:sp>
    </p:spTree>
    <p:extLst>
      <p:ext uri="{BB962C8B-B14F-4D97-AF65-F5344CB8AC3E}">
        <p14:creationId xmlns:p14="http://schemas.microsoft.com/office/powerpoint/2010/main" val="21861854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3322320" y="251498"/>
            <a:ext cx="5547360" cy="644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sz="3400" b="1" dirty="0" err="1"/>
              <a:t>Análisis</a:t>
            </a:r>
            <a:r>
              <a:rPr sz="3400" b="1" dirty="0"/>
              <a:t> </a:t>
            </a:r>
            <a:r>
              <a:rPr sz="3400" b="1" dirty="0" err="1"/>
              <a:t>exploratorio</a:t>
            </a:r>
            <a:r>
              <a:rPr sz="3400" b="1" dirty="0"/>
              <a:t> (EDA)</a:t>
            </a:r>
          </a:p>
        </p:txBody>
      </p:sp>
      <p:pic>
        <p:nvPicPr>
          <p:cNvPr id="5" name="Picture 4" descr="eda_resum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458" y="1094410"/>
            <a:ext cx="10728960" cy="3831771"/>
          </a:xfrm>
          <a:prstGeom prst="rect">
            <a:avLst/>
          </a:prstGeom>
        </p:spPr>
      </p:pic>
      <p:sp>
        <p:nvSpPr>
          <p:cNvPr id="8" name="TextBox 2">
            <a:extLst>
              <a:ext uri="{FF2B5EF4-FFF2-40B4-BE49-F238E27FC236}">
                <a16:creationId xmlns:a16="http://schemas.microsoft.com/office/drawing/2014/main" id="{C797571A-4338-86E5-E6AA-6FE9CF8BD0D0}"/>
              </a:ext>
            </a:extLst>
          </p:cNvPr>
          <p:cNvSpPr txBox="1"/>
          <p:nvPr/>
        </p:nvSpPr>
        <p:spPr>
          <a:xfrm>
            <a:off x="1456005" y="4926181"/>
            <a:ext cx="6281225" cy="1132449"/>
          </a:xfrm>
          <a:prstGeom prst="rect">
            <a:avLst/>
          </a:prstGeom>
          <a:noFill/>
        </p:spPr>
        <p:txBody>
          <a:bodyPr wrap="square" tIns="73152" bIns="73152">
            <a:spAutoFit/>
          </a:bodyPr>
          <a:lstStyle/>
          <a:p>
            <a:pPr>
              <a:lnSpc>
                <a:spcPct val="110000"/>
              </a:lnSpc>
            </a:pPr>
            <a:r>
              <a:rPr sz="2000" dirty="0" err="1"/>
              <a:t>Registros</a:t>
            </a:r>
            <a:r>
              <a:rPr sz="2000" dirty="0"/>
              <a:t> </a:t>
            </a:r>
            <a:r>
              <a:rPr sz="2000" dirty="0" err="1"/>
              <a:t>leídos</a:t>
            </a:r>
            <a:r>
              <a:rPr sz="2000" dirty="0"/>
              <a:t> (</a:t>
            </a:r>
            <a:r>
              <a:rPr sz="2000" dirty="0" err="1"/>
              <a:t>robusto</a:t>
            </a:r>
            <a:r>
              <a:rPr sz="2000" dirty="0"/>
              <a:t>): 44,424</a:t>
            </a:r>
          </a:p>
          <a:p>
            <a:r>
              <a:rPr sz="2000" dirty="0"/>
              <a:t>Columnas </a:t>
            </a:r>
            <a:r>
              <a:rPr sz="2000" dirty="0" err="1"/>
              <a:t>detectadas</a:t>
            </a:r>
            <a:r>
              <a:rPr sz="2000" dirty="0"/>
              <a:t>: 10</a:t>
            </a:r>
          </a:p>
          <a:p>
            <a:r>
              <a:rPr sz="2000" dirty="0" err="1"/>
              <a:t>Registros</a:t>
            </a:r>
            <a:r>
              <a:rPr sz="2000" dirty="0"/>
              <a:t> </a:t>
            </a:r>
            <a:r>
              <a:rPr sz="2000" dirty="0" err="1"/>
              <a:t>válidos</a:t>
            </a:r>
            <a:r>
              <a:rPr sz="2000" dirty="0"/>
              <a:t> para </a:t>
            </a:r>
            <a:r>
              <a:rPr sz="2000" dirty="0" err="1"/>
              <a:t>modelado</a:t>
            </a:r>
            <a:r>
              <a:rPr sz="2000" dirty="0"/>
              <a:t> </a:t>
            </a:r>
            <a:r>
              <a:rPr sz="2000" dirty="0" err="1"/>
              <a:t>supervisado</a:t>
            </a:r>
            <a:r>
              <a:rPr sz="2000" dirty="0"/>
              <a:t>: 43,667</a:t>
            </a:r>
          </a:p>
        </p:txBody>
      </p:sp>
    </p:spTree>
    <p:extLst>
      <p:ext uri="{BB962C8B-B14F-4D97-AF65-F5344CB8AC3E}">
        <p14:creationId xmlns:p14="http://schemas.microsoft.com/office/powerpoint/2010/main" val="41806471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5975D5F-3083-1EF5-C86C-E4F5A64AC6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lnSpc>
                <a:spcPct val="110000"/>
              </a:lnSpc>
            </a:pPr>
            <a:r>
              <a:rPr sz="3400" b="1"/>
              <a:t>Modelo supervisado</a:t>
            </a:r>
            <a:endParaRPr lang="es-CL" dirty="0"/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546080" cy="4663440"/>
          </a:xfrm>
          <a:prstGeom prst="rect">
            <a:avLst/>
          </a:prstGeom>
          <a:noFill/>
        </p:spPr>
        <p:txBody>
          <a:bodyPr wrap="square" tIns="73152" bIns="73152">
            <a:spAutoFit/>
          </a:bodyPr>
          <a:lstStyle/>
          <a:p>
            <a:pPr>
              <a:lnSpc>
                <a:spcPct val="110000"/>
              </a:lnSpc>
            </a:pPr>
            <a:r>
              <a:rPr sz="2000"/>
              <a:t>Objetivo: predecir articleType</a:t>
            </a:r>
          </a:p>
          <a:p>
            <a:r>
              <a:rPr sz="2000"/>
              <a:t>Modelo base: RandomForestClassifier</a:t>
            </a:r>
          </a:p>
          <a:p>
            <a:r>
              <a:rPr sz="2000"/>
              <a:t>Accuracy base: 0.7859</a:t>
            </a:r>
          </a:p>
        </p:txBody>
      </p:sp>
    </p:spTree>
    <p:extLst>
      <p:ext uri="{BB962C8B-B14F-4D97-AF65-F5344CB8AC3E}">
        <p14:creationId xmlns:p14="http://schemas.microsoft.com/office/powerpoint/2010/main" val="17087178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40761" y="4372848"/>
            <a:ext cx="5364480" cy="1046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sz="2000" dirty="0" err="1"/>
              <a:t>Enfoque</a:t>
            </a:r>
            <a:r>
              <a:rPr sz="2000" dirty="0"/>
              <a:t>: PCA + K-Means (k=5)</a:t>
            </a:r>
          </a:p>
          <a:p>
            <a:r>
              <a:rPr sz="2000" dirty="0" err="1"/>
              <a:t>Visualización</a:t>
            </a:r>
            <a:r>
              <a:rPr sz="2000" dirty="0"/>
              <a:t> </a:t>
            </a:r>
            <a:r>
              <a:rPr sz="2000" dirty="0" err="1"/>
              <a:t>en</a:t>
            </a:r>
            <a:r>
              <a:rPr sz="2000" dirty="0"/>
              <a:t> 2 </a:t>
            </a:r>
            <a:r>
              <a:rPr sz="2000" dirty="0" err="1"/>
              <a:t>componentes</a:t>
            </a:r>
            <a:r>
              <a:rPr sz="2000" dirty="0"/>
              <a:t> </a:t>
            </a:r>
            <a:r>
              <a:rPr sz="2000" dirty="0" err="1"/>
              <a:t>principales</a:t>
            </a:r>
            <a:endParaRPr sz="2000" dirty="0"/>
          </a:p>
          <a:p>
            <a:r>
              <a:rPr sz="2000" dirty="0" err="1"/>
              <a:t>Silueta</a:t>
            </a:r>
            <a:r>
              <a:rPr sz="2000" dirty="0"/>
              <a:t>: 0.5415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40761" y="5499365"/>
            <a:ext cx="4298732" cy="1149802"/>
          </a:xfrm>
          <a:prstGeom prst="rect">
            <a:avLst/>
          </a:prstGeom>
          <a:noFill/>
        </p:spPr>
        <p:txBody>
          <a:bodyPr wrap="square" tIns="73152" bIns="73152">
            <a:spAutoFit/>
          </a:bodyPr>
          <a:lstStyle/>
          <a:p>
            <a:pPr>
              <a:lnSpc>
                <a:spcPct val="110000"/>
              </a:lnSpc>
            </a:pPr>
            <a:r>
              <a:rPr sz="2000" dirty="0" err="1"/>
              <a:t>Enfoque</a:t>
            </a:r>
            <a:r>
              <a:rPr sz="2000" dirty="0"/>
              <a:t>: PCA + K-Means</a:t>
            </a:r>
          </a:p>
          <a:p>
            <a:pPr>
              <a:lnSpc>
                <a:spcPct val="110000"/>
              </a:lnSpc>
            </a:pPr>
            <a:r>
              <a:rPr sz="2000" dirty="0" err="1"/>
              <a:t>Visualización</a:t>
            </a:r>
            <a:r>
              <a:rPr sz="2000" dirty="0"/>
              <a:t> </a:t>
            </a:r>
            <a:r>
              <a:rPr sz="2000" dirty="0" err="1"/>
              <a:t>en</a:t>
            </a:r>
            <a:r>
              <a:rPr sz="2000" dirty="0"/>
              <a:t> 2 </a:t>
            </a:r>
            <a:r>
              <a:rPr sz="2000" dirty="0" err="1"/>
              <a:t>componentes</a:t>
            </a:r>
            <a:endParaRPr sz="2000" dirty="0"/>
          </a:p>
          <a:p>
            <a:pPr>
              <a:lnSpc>
                <a:spcPct val="110000"/>
              </a:lnSpc>
            </a:pPr>
            <a:r>
              <a:rPr sz="2000" dirty="0" err="1"/>
              <a:t>Silueta</a:t>
            </a:r>
            <a:r>
              <a:rPr sz="2000" dirty="0"/>
              <a:t>: 0.4941</a:t>
            </a:r>
          </a:p>
        </p:txBody>
      </p:sp>
      <p:pic>
        <p:nvPicPr>
          <p:cNvPr id="4" name="Picture 3" descr="clustering_pca_kmea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1193" y="95137"/>
            <a:ext cx="5703615" cy="4277711"/>
          </a:xfrm>
          <a:prstGeom prst="rect">
            <a:avLst/>
          </a:prstGeom>
        </p:spPr>
      </p:pic>
      <p:sp>
        <p:nvSpPr>
          <p:cNvPr id="5" name="TextBox 1">
            <a:extLst>
              <a:ext uri="{FF2B5EF4-FFF2-40B4-BE49-F238E27FC236}">
                <a16:creationId xmlns:a16="http://schemas.microsoft.com/office/drawing/2014/main" id="{BE228D6C-DBB0-3F0E-9C04-46EA1BB8E8F7}"/>
              </a:ext>
            </a:extLst>
          </p:cNvPr>
          <p:cNvSpPr txBox="1"/>
          <p:nvPr/>
        </p:nvSpPr>
        <p:spPr>
          <a:xfrm>
            <a:off x="1066638" y="3220353"/>
            <a:ext cx="3552254" cy="4172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lang="es-ES" sz="2000" dirty="0" err="1"/>
              <a:t>Clustering</a:t>
            </a:r>
            <a:r>
              <a:rPr lang="es-ES" sz="2000" dirty="0"/>
              <a:t> K-Means sobre PCA</a:t>
            </a:r>
            <a:endParaRPr sz="2000" dirty="0"/>
          </a:p>
        </p:txBody>
      </p:sp>
    </p:spTree>
    <p:extLst>
      <p:ext uri="{BB962C8B-B14F-4D97-AF65-F5344CB8AC3E}">
        <p14:creationId xmlns:p14="http://schemas.microsoft.com/office/powerpoint/2010/main" val="38440379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BA5F066-A122-A7BB-EAE9-7C27932828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30309" y="2729270"/>
            <a:ext cx="3445004" cy="1627331"/>
          </a:xfrm>
        </p:spPr>
        <p:txBody>
          <a:bodyPr wrap="square">
            <a:normAutofit fontScale="90000"/>
          </a:bodyPr>
          <a:lstStyle/>
          <a:p>
            <a:pPr>
              <a:lnSpc>
                <a:spcPct val="110000"/>
              </a:lnSpc>
            </a:pPr>
            <a:r>
              <a:rPr sz="3400" b="1" dirty="0" err="1"/>
              <a:t>Optimización</a:t>
            </a:r>
            <a:r>
              <a:rPr sz="3400" b="1" dirty="0"/>
              <a:t> de </a:t>
            </a:r>
            <a:r>
              <a:rPr sz="3400" b="1" dirty="0" err="1"/>
              <a:t>hiperparámetros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17956226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0F757B03-9327-B144-36A0-D0C118A7A28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144205" y="4438576"/>
            <a:ext cx="4916775" cy="469685"/>
          </a:xfrm>
        </p:spPr>
        <p:txBody>
          <a:bodyPr wrap="square" tIns="73152" bIns="73152"/>
          <a:lstStyle/>
          <a:p>
            <a:pPr>
              <a:lnSpc>
                <a:spcPct val="110000"/>
              </a:lnSpc>
            </a:pPr>
            <a:r>
              <a:rPr sz="2000" dirty="0"/>
              <a:t>Accuracy base: 0.7859</a:t>
            </a:r>
            <a:endParaRPr lang="es-CL" dirty="0"/>
          </a:p>
          <a:p>
            <a:r>
              <a:rPr sz="2000" dirty="0"/>
              <a:t>Accuracy </a:t>
            </a:r>
            <a:r>
              <a:rPr sz="2000" dirty="0" err="1"/>
              <a:t>optimizada</a:t>
            </a:r>
            <a:r>
              <a:rPr sz="2000" dirty="0"/>
              <a:t>: 0.7829</a:t>
            </a:r>
          </a:p>
          <a:p>
            <a:r>
              <a:rPr sz="2000" dirty="0" err="1"/>
              <a:t>Diferencia</a:t>
            </a:r>
            <a:r>
              <a:rPr sz="2000" dirty="0"/>
              <a:t> </a:t>
            </a:r>
            <a:r>
              <a:rPr sz="2000" dirty="0" err="1"/>
              <a:t>porcentual</a:t>
            </a:r>
            <a:r>
              <a:rPr sz="2000" dirty="0"/>
              <a:t>: -0.38%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22363" y="204690"/>
            <a:ext cx="5652868" cy="644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</a:pPr>
            <a:r>
              <a:rPr sz="3400" b="1"/>
              <a:t>Comparación de resultados</a:t>
            </a:r>
          </a:p>
        </p:txBody>
      </p:sp>
      <p:pic>
        <p:nvPicPr>
          <p:cNvPr id="5" name="Picture 4" descr="confusion_matrix_top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8917" y="1198610"/>
            <a:ext cx="7013186" cy="5454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4790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69CB314-CE82-65BE-C60F-1EA15F855A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4801" y="2752716"/>
            <a:ext cx="3339496" cy="1627331"/>
          </a:xfrm>
        </p:spPr>
        <p:txBody>
          <a:bodyPr wrap="square"/>
          <a:lstStyle/>
          <a:p>
            <a:pPr>
              <a:lnSpc>
                <a:spcPct val="110000"/>
              </a:lnSpc>
            </a:pPr>
            <a:r>
              <a:rPr sz="3400" b="1" dirty="0" err="1"/>
              <a:t>Conclusiones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26405076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37CBF939-2291-E889-8CC0-6F2A975B7BBF}"/>
              </a:ext>
            </a:extLst>
          </p:cNvPr>
          <p:cNvSpPr txBox="1">
            <a:spLocks noGrp="1"/>
          </p:cNvSpPr>
          <p:nvPr>
            <p:ph type="body" sz="quarter" idx="14"/>
          </p:nvPr>
        </p:nvSpPr>
        <p:spPr>
          <a:xfrm>
            <a:off x="641350" y="2169625"/>
            <a:ext cx="7646865" cy="1492524"/>
          </a:xfrm>
          <a:prstGeom prst="rect">
            <a:avLst/>
          </a:prstGeom>
          <a:noFill/>
        </p:spPr>
        <p:txBody>
          <a:bodyPr wrap="square" tIns="73152" bIns="73152">
            <a:spAutoFit/>
          </a:bodyPr>
          <a:lstStyle/>
          <a:p>
            <a:pPr>
              <a:lnSpc>
                <a:spcPct val="110000"/>
              </a:lnSpc>
            </a:pPr>
            <a:r>
              <a:rPr sz="2200" b="0" dirty="0"/>
              <a:t>Se </a:t>
            </a:r>
            <a:r>
              <a:rPr sz="2200" b="0" dirty="0" err="1"/>
              <a:t>cumplió</a:t>
            </a:r>
            <a:r>
              <a:rPr sz="2200" b="0" dirty="0"/>
              <a:t> </a:t>
            </a:r>
            <a:r>
              <a:rPr sz="2200" b="0" dirty="0" err="1"/>
              <a:t>el</a:t>
            </a:r>
            <a:r>
              <a:rPr sz="2200" b="0" dirty="0"/>
              <a:t> </a:t>
            </a:r>
            <a:r>
              <a:rPr sz="2200" b="0" dirty="0" err="1"/>
              <a:t>flujo</a:t>
            </a:r>
            <a:r>
              <a:rPr sz="2200" b="0" dirty="0"/>
              <a:t> </a:t>
            </a:r>
            <a:r>
              <a:rPr sz="2200" b="0" dirty="0" err="1"/>
              <a:t>completo</a:t>
            </a:r>
            <a:r>
              <a:rPr sz="2200" b="0" dirty="0"/>
              <a:t> </a:t>
            </a:r>
            <a:r>
              <a:rPr sz="2200" b="0" dirty="0" err="1"/>
              <a:t>solicitado</a:t>
            </a:r>
            <a:endParaRPr sz="2200" b="0" dirty="0"/>
          </a:p>
          <a:p>
            <a:pPr>
              <a:lnSpc>
                <a:spcPct val="110000"/>
              </a:lnSpc>
            </a:pPr>
            <a:r>
              <a:rPr sz="2200" b="0" dirty="0"/>
              <a:t>El </a:t>
            </a:r>
            <a:r>
              <a:rPr sz="2200" b="0" dirty="0" err="1"/>
              <a:t>modelo</a:t>
            </a:r>
            <a:r>
              <a:rPr sz="2200" b="0" dirty="0"/>
              <a:t> </a:t>
            </a:r>
            <a:r>
              <a:rPr sz="2200" b="0" dirty="0" err="1"/>
              <a:t>supervisado</a:t>
            </a:r>
            <a:r>
              <a:rPr sz="2200" b="0" dirty="0"/>
              <a:t> </a:t>
            </a:r>
            <a:r>
              <a:rPr sz="2200" b="0" dirty="0" err="1"/>
              <a:t>logra</a:t>
            </a:r>
            <a:r>
              <a:rPr sz="2200" b="0" dirty="0"/>
              <a:t> </a:t>
            </a:r>
            <a:r>
              <a:rPr sz="2200" b="0" dirty="0" err="1"/>
              <a:t>buen</a:t>
            </a:r>
            <a:r>
              <a:rPr sz="2200" b="0" dirty="0"/>
              <a:t> </a:t>
            </a:r>
            <a:r>
              <a:rPr sz="2200" b="0" dirty="0" err="1"/>
              <a:t>desempeño</a:t>
            </a:r>
            <a:endParaRPr sz="2200" b="0" dirty="0"/>
          </a:p>
          <a:p>
            <a:pPr>
              <a:lnSpc>
                <a:spcPct val="110000"/>
              </a:lnSpc>
            </a:pPr>
            <a:r>
              <a:rPr sz="2200" b="0" dirty="0"/>
              <a:t>El clustering </a:t>
            </a:r>
            <a:r>
              <a:rPr sz="2200" b="0" dirty="0" err="1"/>
              <a:t>aporta</a:t>
            </a:r>
            <a:r>
              <a:rPr sz="2200" b="0" dirty="0"/>
              <a:t> </a:t>
            </a:r>
            <a:r>
              <a:rPr sz="2200" b="0" dirty="0" err="1"/>
              <a:t>segmentación</a:t>
            </a:r>
            <a:r>
              <a:rPr sz="2200" b="0" dirty="0"/>
              <a:t> </a:t>
            </a:r>
            <a:r>
              <a:rPr sz="2200" b="0" dirty="0" err="1"/>
              <a:t>complementaria</a:t>
            </a:r>
            <a:endParaRPr sz="2200" b="0" dirty="0"/>
          </a:p>
        </p:txBody>
      </p:sp>
    </p:spTree>
    <p:extLst>
      <p:ext uri="{BB962C8B-B14F-4D97-AF65-F5344CB8AC3E}">
        <p14:creationId xmlns:p14="http://schemas.microsoft.com/office/powerpoint/2010/main" val="26259914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9212460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AF28BDBD65D93F4BA99B6439AFEA320E" ma:contentTypeVersion="10" ma:contentTypeDescription="Crear nuevo documento." ma:contentTypeScope="" ma:versionID="11d45d99e0339591c68aad091688ac92">
  <xsd:schema xmlns:xsd="http://www.w3.org/2001/XMLSchema" xmlns:xs="http://www.w3.org/2001/XMLSchema" xmlns:p="http://schemas.microsoft.com/office/2006/metadata/properties" xmlns:ns2="9b0ef35d-78e7-41bf-847f-3c0497ad5352" xmlns:ns3="3c969135-7855-44e0-a9fe-01d799f07605" targetNamespace="http://schemas.microsoft.com/office/2006/metadata/properties" ma:root="true" ma:fieldsID="0e603a3f7bf67670d682b80385fe4b00" ns2:_="" ns3:_="">
    <xsd:import namespace="9b0ef35d-78e7-41bf-847f-3c0497ad5352"/>
    <xsd:import namespace="3c969135-7855-44e0-a9fe-01d799f0760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b0ef35d-78e7-41bf-847f-3c0497ad535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c969135-7855-44e0-a9fe-01d799f07605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3c969135-7855-44e0-a9fe-01d799f07605">
      <UserInfo>
        <DisplayName>Patricio alejandro Yanez Ahumada</DisplayName>
        <AccountId>12</AccountId>
        <AccountType/>
      </UserInfo>
      <UserInfo>
        <DisplayName>Victoria Acevedo D</DisplayName>
        <AccountId>6</AccountId>
        <AccountType/>
      </UserInfo>
    </SharedWithUsers>
  </documentManagement>
</p:properties>
</file>

<file path=customXml/itemProps1.xml><?xml version="1.0" encoding="utf-8"?>
<ds:datastoreItem xmlns:ds="http://schemas.openxmlformats.org/officeDocument/2006/customXml" ds:itemID="{CB4635AD-4573-49F2-BAD3-1FD3B2C9C41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b0ef35d-78e7-41bf-847f-3c0497ad5352"/>
    <ds:schemaRef ds:uri="3c969135-7855-44e0-a9fe-01d799f0760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47BD4256-76F8-4EE6-AF14-F39F3CD068A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C58CA3E-C0DA-46ED-9440-7D10196C7762}">
  <ds:schemaRefs>
    <ds:schemaRef ds:uri="http://schemas.microsoft.com/office/2006/metadata/properties"/>
    <ds:schemaRef ds:uri="http://schemas.microsoft.com/office/infopath/2007/PartnerControls"/>
    <ds:schemaRef ds:uri="3c969135-7855-44e0-a9fe-01d799f07605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281</TotalTime>
  <Words>143</Words>
  <Application>Microsoft Macintosh PowerPoint</Application>
  <PresentationFormat>Panorámica</PresentationFormat>
  <Paragraphs>32</Paragraphs>
  <Slides>11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Tema de Office</vt:lpstr>
      <vt:lpstr>De los datos al conocimiento</vt:lpstr>
      <vt:lpstr>Presentación de PowerPoint</vt:lpstr>
      <vt:lpstr>Dataset y preparación</vt:lpstr>
      <vt:lpstr>Presentación de PowerPoint</vt:lpstr>
      <vt:lpstr>Modelo supervisado</vt:lpstr>
      <vt:lpstr>Presentación de PowerPoint</vt:lpstr>
      <vt:lpstr>Optimización de hiperparámetros</vt:lpstr>
      <vt:lpstr>Presentación de PowerPoint</vt:lpstr>
      <vt:lpstr>Conclusiones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Daniela Osorio C.</dc:creator>
  <cp:lastModifiedBy>Alumno 34</cp:lastModifiedBy>
  <cp:revision>15</cp:revision>
  <dcterms:created xsi:type="dcterms:W3CDTF">2024-03-07T18:55:37Z</dcterms:created>
  <dcterms:modified xsi:type="dcterms:W3CDTF">2026-05-21T01:18:56Z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0x010100AF28BDBD65D93F4BA99B6439AFEA320E</vt:lpwstr>
  </property>
</Properties>
</file>